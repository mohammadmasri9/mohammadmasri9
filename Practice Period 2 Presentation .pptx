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11"/>
  </p:notesMasterIdLst>
  <p:handoutMasterIdLst>
    <p:handoutMasterId r:id="rId12"/>
  </p:handoutMasterIdLst>
  <p:sldIdLst>
    <p:sldId id="256" r:id="rId2"/>
    <p:sldId id="365" r:id="rId3"/>
    <p:sldId id="331" r:id="rId4"/>
    <p:sldId id="336" r:id="rId5"/>
    <p:sldId id="359" r:id="rId6"/>
    <p:sldId id="361" r:id="rId7"/>
    <p:sldId id="363" r:id="rId8"/>
    <p:sldId id="366" r:id="rId9"/>
    <p:sldId id="364" r:id="rId10"/>
  </p:sldIdLst>
  <p:sldSz cx="9144000" cy="6858000" type="screen4x3"/>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a:srgbClr val="D8F3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511" autoAdjust="0"/>
    <p:restoredTop sz="75627" autoAdjust="0"/>
  </p:normalViewPr>
  <p:slideViewPr>
    <p:cSldViewPr>
      <p:cViewPr varScale="1">
        <p:scale>
          <a:sx n="72" d="100"/>
          <a:sy n="72" d="100"/>
        </p:scale>
        <p:origin x="1002" y="26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2FC3342-4584-402F-9956-24116F05D825}" type="doc">
      <dgm:prSet loTypeId="urn:microsoft.com/office/officeart/2018/5/layout/IconLeafLabelList" loCatId="icon" qsTypeId="urn:microsoft.com/office/officeart/2005/8/quickstyle/simple1" qsCatId="simple" csTypeId="urn:microsoft.com/office/officeart/2018/5/colors/Iconchunking_neutralbg_colorful2" csCatId="colorful" phldr="1"/>
      <dgm:spPr/>
      <dgm:t>
        <a:bodyPr/>
        <a:lstStyle/>
        <a:p>
          <a:endParaRPr lang="en-US"/>
        </a:p>
      </dgm:t>
    </dgm:pt>
    <dgm:pt modelId="{505657E3-FCB0-468D-AF9A-FF4121717C58}">
      <dgm:prSet/>
      <dgm:spPr/>
      <dgm:t>
        <a:bodyPr/>
        <a:lstStyle/>
        <a:p>
          <a:pPr>
            <a:lnSpc>
              <a:spcPct val="100000"/>
            </a:lnSpc>
            <a:defRPr cap="all"/>
          </a:pPr>
          <a:r>
            <a:rPr lang="en-US" dirty="0"/>
            <a:t>Adapting the new work(Training) position and company .</a:t>
          </a:r>
        </a:p>
      </dgm:t>
    </dgm:pt>
    <dgm:pt modelId="{9B8FE834-E9E6-4E0C-8802-4F3E6A495EF7}" type="parTrans" cxnId="{F60108FD-DAD0-436D-B5E2-6102A1C9551E}">
      <dgm:prSet/>
      <dgm:spPr/>
      <dgm:t>
        <a:bodyPr/>
        <a:lstStyle/>
        <a:p>
          <a:endParaRPr lang="en-US"/>
        </a:p>
      </dgm:t>
    </dgm:pt>
    <dgm:pt modelId="{9EDB7C59-8FB7-43B6-BEAE-8C0CA1F088C1}" type="sibTrans" cxnId="{F60108FD-DAD0-436D-B5E2-6102A1C9551E}">
      <dgm:prSet/>
      <dgm:spPr/>
      <dgm:t>
        <a:bodyPr/>
        <a:lstStyle/>
        <a:p>
          <a:endParaRPr lang="en-US"/>
        </a:p>
      </dgm:t>
    </dgm:pt>
    <dgm:pt modelId="{1F70C008-13ED-4701-9CAA-8314EC752BCD}">
      <dgm:prSet/>
      <dgm:spPr/>
      <dgm:t>
        <a:bodyPr/>
        <a:lstStyle/>
        <a:p>
          <a:pPr>
            <a:lnSpc>
              <a:spcPct val="100000"/>
            </a:lnSpc>
            <a:defRPr cap="all"/>
          </a:pPr>
          <a:r>
            <a:rPr lang="en-US" dirty="0"/>
            <a:t>Working  under pressure .</a:t>
          </a:r>
        </a:p>
      </dgm:t>
    </dgm:pt>
    <dgm:pt modelId="{AEA16458-3B6D-4C43-8F88-40A9854C84D6}" type="parTrans" cxnId="{76E05316-88EE-428F-8197-64037C28640F}">
      <dgm:prSet/>
      <dgm:spPr/>
      <dgm:t>
        <a:bodyPr/>
        <a:lstStyle/>
        <a:p>
          <a:endParaRPr lang="en-US"/>
        </a:p>
      </dgm:t>
    </dgm:pt>
    <dgm:pt modelId="{4D21676B-E939-4800-B6C9-A18227A64BAC}" type="sibTrans" cxnId="{76E05316-88EE-428F-8197-64037C28640F}">
      <dgm:prSet/>
      <dgm:spPr/>
      <dgm:t>
        <a:bodyPr/>
        <a:lstStyle/>
        <a:p>
          <a:endParaRPr lang="en-US"/>
        </a:p>
      </dgm:t>
    </dgm:pt>
    <dgm:pt modelId="{C077DD4A-ED85-4D11-A1B3-1A2EEC60C25F}">
      <dgm:prSet/>
      <dgm:spPr/>
      <dgm:t>
        <a:bodyPr/>
        <a:lstStyle/>
        <a:p>
          <a:pPr>
            <a:lnSpc>
              <a:spcPct val="100000"/>
            </a:lnSpc>
            <a:defRPr cap="all"/>
          </a:pPr>
          <a:r>
            <a:rPr lang="en-US" dirty="0"/>
            <a:t>Optimum of using time .</a:t>
          </a:r>
        </a:p>
      </dgm:t>
    </dgm:pt>
    <dgm:pt modelId="{954BE440-12A5-4324-A26A-68ED4B952C67}" type="parTrans" cxnId="{CF5AB1F7-6358-4508-AA66-5C120FDF6C36}">
      <dgm:prSet/>
      <dgm:spPr/>
      <dgm:t>
        <a:bodyPr/>
        <a:lstStyle/>
        <a:p>
          <a:endParaRPr lang="en-US"/>
        </a:p>
      </dgm:t>
    </dgm:pt>
    <dgm:pt modelId="{07483610-B570-44DB-BAAC-B4AABF6ED00C}" type="sibTrans" cxnId="{CF5AB1F7-6358-4508-AA66-5C120FDF6C36}">
      <dgm:prSet/>
      <dgm:spPr/>
      <dgm:t>
        <a:bodyPr/>
        <a:lstStyle/>
        <a:p>
          <a:endParaRPr lang="en-US"/>
        </a:p>
      </dgm:t>
    </dgm:pt>
    <dgm:pt modelId="{8D805D77-B36E-4BA6-BB11-37234CEFFCFF}">
      <dgm:prSet/>
      <dgm:spPr/>
      <dgm:t>
        <a:bodyPr/>
        <a:lstStyle/>
        <a:p>
          <a:pPr>
            <a:lnSpc>
              <a:spcPct val="100000"/>
            </a:lnSpc>
            <a:defRPr cap="all"/>
          </a:pPr>
          <a:r>
            <a:rPr lang="en-US" dirty="0"/>
            <a:t>Feeling more responsible . </a:t>
          </a:r>
        </a:p>
      </dgm:t>
    </dgm:pt>
    <dgm:pt modelId="{B3B0409C-5E65-49EE-9F60-618D1282A3B0}" type="parTrans" cxnId="{27FD4102-C29A-4E3D-B9E6-E1E1C90176C5}">
      <dgm:prSet/>
      <dgm:spPr/>
      <dgm:t>
        <a:bodyPr/>
        <a:lstStyle/>
        <a:p>
          <a:endParaRPr lang="en-US"/>
        </a:p>
      </dgm:t>
    </dgm:pt>
    <dgm:pt modelId="{018A2710-0C69-4C84-ABF3-F9A81E27F485}" type="sibTrans" cxnId="{27FD4102-C29A-4E3D-B9E6-E1E1C90176C5}">
      <dgm:prSet/>
      <dgm:spPr/>
      <dgm:t>
        <a:bodyPr/>
        <a:lstStyle/>
        <a:p>
          <a:endParaRPr lang="en-US"/>
        </a:p>
      </dgm:t>
    </dgm:pt>
    <dgm:pt modelId="{D620F704-AF63-4D96-B306-2A8AC8352D1B}" type="pres">
      <dgm:prSet presAssocID="{12FC3342-4584-402F-9956-24116F05D825}" presName="root" presStyleCnt="0">
        <dgm:presLayoutVars>
          <dgm:dir/>
          <dgm:resizeHandles val="exact"/>
        </dgm:presLayoutVars>
      </dgm:prSet>
      <dgm:spPr/>
    </dgm:pt>
    <dgm:pt modelId="{A47A4E04-0736-45F0-9DEE-DCCF6109928F}" type="pres">
      <dgm:prSet presAssocID="{505657E3-FCB0-468D-AF9A-FF4121717C58}" presName="compNode" presStyleCnt="0"/>
      <dgm:spPr/>
    </dgm:pt>
    <dgm:pt modelId="{092E8ADB-42A1-4F4B-ACFB-D8784B4BB84E}" type="pres">
      <dgm:prSet presAssocID="{505657E3-FCB0-468D-AF9A-FF4121717C58}" presName="iconBgRect" presStyleLbl="bgShp" presStyleIdx="0" presStyleCnt="4"/>
      <dgm:spPr>
        <a:prstGeom prst="round2DiagRect">
          <a:avLst>
            <a:gd name="adj1" fmla="val 29727"/>
            <a:gd name="adj2" fmla="val 0"/>
          </a:avLst>
        </a:prstGeom>
      </dgm:spPr>
    </dgm:pt>
    <dgm:pt modelId="{41F768B3-29C8-4E82-A92F-ED8EB493909E}" type="pres">
      <dgm:prSet presAssocID="{505657E3-FCB0-468D-AF9A-FF4121717C5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usiness Growth"/>
        </a:ext>
      </dgm:extLst>
    </dgm:pt>
    <dgm:pt modelId="{44766D99-0C65-4DD4-A7D6-10A506CEEAFC}" type="pres">
      <dgm:prSet presAssocID="{505657E3-FCB0-468D-AF9A-FF4121717C58}" presName="spaceRect" presStyleCnt="0"/>
      <dgm:spPr/>
    </dgm:pt>
    <dgm:pt modelId="{B70D94CD-4F0B-487A-99BF-A185B52343DF}" type="pres">
      <dgm:prSet presAssocID="{505657E3-FCB0-468D-AF9A-FF4121717C58}" presName="textRect" presStyleLbl="revTx" presStyleIdx="0" presStyleCnt="4">
        <dgm:presLayoutVars>
          <dgm:chMax val="1"/>
          <dgm:chPref val="1"/>
        </dgm:presLayoutVars>
      </dgm:prSet>
      <dgm:spPr/>
    </dgm:pt>
    <dgm:pt modelId="{0768E7E6-1739-4F30-9DD3-B85E0613E704}" type="pres">
      <dgm:prSet presAssocID="{9EDB7C59-8FB7-43B6-BEAE-8C0CA1F088C1}" presName="sibTrans" presStyleCnt="0"/>
      <dgm:spPr/>
    </dgm:pt>
    <dgm:pt modelId="{C68314EE-72EB-4222-954F-4B74401FCF6D}" type="pres">
      <dgm:prSet presAssocID="{1F70C008-13ED-4701-9CAA-8314EC752BCD}" presName="compNode" presStyleCnt="0"/>
      <dgm:spPr/>
    </dgm:pt>
    <dgm:pt modelId="{60BF0AB8-8738-4311-BA2B-BEB6D294B74B}" type="pres">
      <dgm:prSet presAssocID="{1F70C008-13ED-4701-9CAA-8314EC752BCD}" presName="iconBgRect" presStyleLbl="bgShp" presStyleIdx="1" presStyleCnt="4"/>
      <dgm:spPr>
        <a:prstGeom prst="round2DiagRect">
          <a:avLst>
            <a:gd name="adj1" fmla="val 29727"/>
            <a:gd name="adj2" fmla="val 0"/>
          </a:avLst>
        </a:prstGeom>
      </dgm:spPr>
    </dgm:pt>
    <dgm:pt modelId="{670E4476-3332-4AB8-93E4-DBCD45C48013}" type="pres">
      <dgm:prSet presAssocID="{1F70C008-13ED-4701-9CAA-8314EC752BC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Office Worker"/>
        </a:ext>
      </dgm:extLst>
    </dgm:pt>
    <dgm:pt modelId="{9F11815D-9C73-4D33-B55A-ABC319DDF202}" type="pres">
      <dgm:prSet presAssocID="{1F70C008-13ED-4701-9CAA-8314EC752BCD}" presName="spaceRect" presStyleCnt="0"/>
      <dgm:spPr/>
    </dgm:pt>
    <dgm:pt modelId="{A90B9284-833D-485A-ABBB-22EA762E33A2}" type="pres">
      <dgm:prSet presAssocID="{1F70C008-13ED-4701-9CAA-8314EC752BCD}" presName="textRect" presStyleLbl="revTx" presStyleIdx="1" presStyleCnt="4">
        <dgm:presLayoutVars>
          <dgm:chMax val="1"/>
          <dgm:chPref val="1"/>
        </dgm:presLayoutVars>
      </dgm:prSet>
      <dgm:spPr/>
    </dgm:pt>
    <dgm:pt modelId="{D361B7DC-9F2E-4A27-A819-3D2C4496652D}" type="pres">
      <dgm:prSet presAssocID="{4D21676B-E939-4800-B6C9-A18227A64BAC}" presName="sibTrans" presStyleCnt="0"/>
      <dgm:spPr/>
    </dgm:pt>
    <dgm:pt modelId="{D4D35F0E-7F54-4E89-B96C-35DC3E69F004}" type="pres">
      <dgm:prSet presAssocID="{C077DD4A-ED85-4D11-A1B3-1A2EEC60C25F}" presName="compNode" presStyleCnt="0"/>
      <dgm:spPr/>
    </dgm:pt>
    <dgm:pt modelId="{3B278406-ED7B-4A35-B22E-8B7038C3FBAE}" type="pres">
      <dgm:prSet presAssocID="{C077DD4A-ED85-4D11-A1B3-1A2EEC60C25F}" presName="iconBgRect" presStyleLbl="bgShp" presStyleIdx="2" presStyleCnt="4"/>
      <dgm:spPr>
        <a:prstGeom prst="round2DiagRect">
          <a:avLst>
            <a:gd name="adj1" fmla="val 29727"/>
            <a:gd name="adj2" fmla="val 0"/>
          </a:avLst>
        </a:prstGeom>
      </dgm:spPr>
    </dgm:pt>
    <dgm:pt modelId="{C6C43A2B-9636-4F48-83B8-437D52EE058E}" type="pres">
      <dgm:prSet presAssocID="{C077DD4A-ED85-4D11-A1B3-1A2EEC60C25F}"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topwatch"/>
        </a:ext>
      </dgm:extLst>
    </dgm:pt>
    <dgm:pt modelId="{F63A58AC-2ABB-4889-B804-D440E2E32129}" type="pres">
      <dgm:prSet presAssocID="{C077DD4A-ED85-4D11-A1B3-1A2EEC60C25F}" presName="spaceRect" presStyleCnt="0"/>
      <dgm:spPr/>
    </dgm:pt>
    <dgm:pt modelId="{723F133A-30D4-4E63-B7B0-0E49317DE107}" type="pres">
      <dgm:prSet presAssocID="{C077DD4A-ED85-4D11-A1B3-1A2EEC60C25F}" presName="textRect" presStyleLbl="revTx" presStyleIdx="2" presStyleCnt="4">
        <dgm:presLayoutVars>
          <dgm:chMax val="1"/>
          <dgm:chPref val="1"/>
        </dgm:presLayoutVars>
      </dgm:prSet>
      <dgm:spPr/>
    </dgm:pt>
    <dgm:pt modelId="{63E38C68-9355-4ACF-8FBD-EE5ABA6CE167}" type="pres">
      <dgm:prSet presAssocID="{07483610-B570-44DB-BAAC-B4AABF6ED00C}" presName="sibTrans" presStyleCnt="0"/>
      <dgm:spPr/>
    </dgm:pt>
    <dgm:pt modelId="{FA132020-FA03-4CF7-AD56-CE70FDFC4D56}" type="pres">
      <dgm:prSet presAssocID="{8D805D77-B36E-4BA6-BB11-37234CEFFCFF}" presName="compNode" presStyleCnt="0"/>
      <dgm:spPr/>
    </dgm:pt>
    <dgm:pt modelId="{5C4D18B0-8D03-440B-92FC-57529F7F77BF}" type="pres">
      <dgm:prSet presAssocID="{8D805D77-B36E-4BA6-BB11-37234CEFFCFF}" presName="iconBgRect" presStyleLbl="bgShp" presStyleIdx="3" presStyleCnt="4"/>
      <dgm:spPr>
        <a:prstGeom prst="round2DiagRect">
          <a:avLst>
            <a:gd name="adj1" fmla="val 29727"/>
            <a:gd name="adj2" fmla="val 0"/>
          </a:avLst>
        </a:prstGeom>
      </dgm:spPr>
    </dgm:pt>
    <dgm:pt modelId="{71B6CBD0-7251-4BF3-9DA4-324C3AF44E13}" type="pres">
      <dgm:prSet presAssocID="{8D805D77-B36E-4BA6-BB11-37234CEFFCF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Neutral Face with No Fill"/>
        </a:ext>
      </dgm:extLst>
    </dgm:pt>
    <dgm:pt modelId="{BD770755-209D-40C6-A52D-833C3E91183E}" type="pres">
      <dgm:prSet presAssocID="{8D805D77-B36E-4BA6-BB11-37234CEFFCFF}" presName="spaceRect" presStyleCnt="0"/>
      <dgm:spPr/>
    </dgm:pt>
    <dgm:pt modelId="{65705016-1150-4C65-A457-6950E8CEF199}" type="pres">
      <dgm:prSet presAssocID="{8D805D77-B36E-4BA6-BB11-37234CEFFCFF}" presName="textRect" presStyleLbl="revTx" presStyleIdx="3" presStyleCnt="4">
        <dgm:presLayoutVars>
          <dgm:chMax val="1"/>
          <dgm:chPref val="1"/>
        </dgm:presLayoutVars>
      </dgm:prSet>
      <dgm:spPr/>
    </dgm:pt>
  </dgm:ptLst>
  <dgm:cxnLst>
    <dgm:cxn modelId="{5EB46000-A8B4-4761-AD6D-5112B76FC6F6}" type="presOf" srcId="{12FC3342-4584-402F-9956-24116F05D825}" destId="{D620F704-AF63-4D96-B306-2A8AC8352D1B}" srcOrd="0" destOrd="0" presId="urn:microsoft.com/office/officeart/2018/5/layout/IconLeafLabelList"/>
    <dgm:cxn modelId="{27FD4102-C29A-4E3D-B9E6-E1E1C90176C5}" srcId="{12FC3342-4584-402F-9956-24116F05D825}" destId="{8D805D77-B36E-4BA6-BB11-37234CEFFCFF}" srcOrd="3" destOrd="0" parTransId="{B3B0409C-5E65-49EE-9F60-618D1282A3B0}" sibTransId="{018A2710-0C69-4C84-ABF3-F9A81E27F485}"/>
    <dgm:cxn modelId="{76E05316-88EE-428F-8197-64037C28640F}" srcId="{12FC3342-4584-402F-9956-24116F05D825}" destId="{1F70C008-13ED-4701-9CAA-8314EC752BCD}" srcOrd="1" destOrd="0" parTransId="{AEA16458-3B6D-4C43-8F88-40A9854C84D6}" sibTransId="{4D21676B-E939-4800-B6C9-A18227A64BAC}"/>
    <dgm:cxn modelId="{4CC0C88D-111F-4DD8-A072-91BE68FA4044}" type="presOf" srcId="{C077DD4A-ED85-4D11-A1B3-1A2EEC60C25F}" destId="{723F133A-30D4-4E63-B7B0-0E49317DE107}" srcOrd="0" destOrd="0" presId="urn:microsoft.com/office/officeart/2018/5/layout/IconLeafLabelList"/>
    <dgm:cxn modelId="{EF9B1FC3-B559-4D8A-8D40-8AC715489DEF}" type="presOf" srcId="{1F70C008-13ED-4701-9CAA-8314EC752BCD}" destId="{A90B9284-833D-485A-ABBB-22EA762E33A2}" srcOrd="0" destOrd="0" presId="urn:microsoft.com/office/officeart/2018/5/layout/IconLeafLabelList"/>
    <dgm:cxn modelId="{B26B7BCD-76D3-46D3-BE46-78607D68750D}" type="presOf" srcId="{505657E3-FCB0-468D-AF9A-FF4121717C58}" destId="{B70D94CD-4F0B-487A-99BF-A185B52343DF}" srcOrd="0" destOrd="0" presId="urn:microsoft.com/office/officeart/2018/5/layout/IconLeafLabelList"/>
    <dgm:cxn modelId="{FB12EAE0-6962-4772-8795-1B504E83F67F}" type="presOf" srcId="{8D805D77-B36E-4BA6-BB11-37234CEFFCFF}" destId="{65705016-1150-4C65-A457-6950E8CEF199}" srcOrd="0" destOrd="0" presId="urn:microsoft.com/office/officeart/2018/5/layout/IconLeafLabelList"/>
    <dgm:cxn modelId="{CF5AB1F7-6358-4508-AA66-5C120FDF6C36}" srcId="{12FC3342-4584-402F-9956-24116F05D825}" destId="{C077DD4A-ED85-4D11-A1B3-1A2EEC60C25F}" srcOrd="2" destOrd="0" parTransId="{954BE440-12A5-4324-A26A-68ED4B952C67}" sibTransId="{07483610-B570-44DB-BAAC-B4AABF6ED00C}"/>
    <dgm:cxn modelId="{F60108FD-DAD0-436D-B5E2-6102A1C9551E}" srcId="{12FC3342-4584-402F-9956-24116F05D825}" destId="{505657E3-FCB0-468D-AF9A-FF4121717C58}" srcOrd="0" destOrd="0" parTransId="{9B8FE834-E9E6-4E0C-8802-4F3E6A495EF7}" sibTransId="{9EDB7C59-8FB7-43B6-BEAE-8C0CA1F088C1}"/>
    <dgm:cxn modelId="{21B9FDCC-883A-4F39-A7B9-FA84A99A5ADA}" type="presParOf" srcId="{D620F704-AF63-4D96-B306-2A8AC8352D1B}" destId="{A47A4E04-0736-45F0-9DEE-DCCF6109928F}" srcOrd="0" destOrd="0" presId="urn:microsoft.com/office/officeart/2018/5/layout/IconLeafLabelList"/>
    <dgm:cxn modelId="{3A6D58B9-A616-455B-BE70-0B8CB0F5BE94}" type="presParOf" srcId="{A47A4E04-0736-45F0-9DEE-DCCF6109928F}" destId="{092E8ADB-42A1-4F4B-ACFB-D8784B4BB84E}" srcOrd="0" destOrd="0" presId="urn:microsoft.com/office/officeart/2018/5/layout/IconLeafLabelList"/>
    <dgm:cxn modelId="{5201A872-F0D2-479C-9AD7-47F8CAAE4A06}" type="presParOf" srcId="{A47A4E04-0736-45F0-9DEE-DCCF6109928F}" destId="{41F768B3-29C8-4E82-A92F-ED8EB493909E}" srcOrd="1" destOrd="0" presId="urn:microsoft.com/office/officeart/2018/5/layout/IconLeafLabelList"/>
    <dgm:cxn modelId="{AB0FE4BF-02F0-4467-BE07-1DB07143AE15}" type="presParOf" srcId="{A47A4E04-0736-45F0-9DEE-DCCF6109928F}" destId="{44766D99-0C65-4DD4-A7D6-10A506CEEAFC}" srcOrd="2" destOrd="0" presId="urn:microsoft.com/office/officeart/2018/5/layout/IconLeafLabelList"/>
    <dgm:cxn modelId="{E04A9565-8EEE-4606-BD44-1760F2AD3063}" type="presParOf" srcId="{A47A4E04-0736-45F0-9DEE-DCCF6109928F}" destId="{B70D94CD-4F0B-487A-99BF-A185B52343DF}" srcOrd="3" destOrd="0" presId="urn:microsoft.com/office/officeart/2018/5/layout/IconLeafLabelList"/>
    <dgm:cxn modelId="{7E38A80C-A078-4D67-8D3B-2736A0E553C8}" type="presParOf" srcId="{D620F704-AF63-4D96-B306-2A8AC8352D1B}" destId="{0768E7E6-1739-4F30-9DD3-B85E0613E704}" srcOrd="1" destOrd="0" presId="urn:microsoft.com/office/officeart/2018/5/layout/IconLeafLabelList"/>
    <dgm:cxn modelId="{D0590118-722D-47A4-9145-7709B9CAEC42}" type="presParOf" srcId="{D620F704-AF63-4D96-B306-2A8AC8352D1B}" destId="{C68314EE-72EB-4222-954F-4B74401FCF6D}" srcOrd="2" destOrd="0" presId="urn:microsoft.com/office/officeart/2018/5/layout/IconLeafLabelList"/>
    <dgm:cxn modelId="{40C7E80C-B1F8-4E5A-AB86-E18184C1C973}" type="presParOf" srcId="{C68314EE-72EB-4222-954F-4B74401FCF6D}" destId="{60BF0AB8-8738-4311-BA2B-BEB6D294B74B}" srcOrd="0" destOrd="0" presId="urn:microsoft.com/office/officeart/2018/5/layout/IconLeafLabelList"/>
    <dgm:cxn modelId="{47EBF42D-6A3E-4473-A17F-3B50EFBFDF9A}" type="presParOf" srcId="{C68314EE-72EB-4222-954F-4B74401FCF6D}" destId="{670E4476-3332-4AB8-93E4-DBCD45C48013}" srcOrd="1" destOrd="0" presId="urn:microsoft.com/office/officeart/2018/5/layout/IconLeafLabelList"/>
    <dgm:cxn modelId="{1F422F6D-95E6-4292-9E7D-3616FA194543}" type="presParOf" srcId="{C68314EE-72EB-4222-954F-4B74401FCF6D}" destId="{9F11815D-9C73-4D33-B55A-ABC319DDF202}" srcOrd="2" destOrd="0" presId="urn:microsoft.com/office/officeart/2018/5/layout/IconLeafLabelList"/>
    <dgm:cxn modelId="{CE3EAEA8-E5B2-4531-BA77-6A9C18E64559}" type="presParOf" srcId="{C68314EE-72EB-4222-954F-4B74401FCF6D}" destId="{A90B9284-833D-485A-ABBB-22EA762E33A2}" srcOrd="3" destOrd="0" presId="urn:microsoft.com/office/officeart/2018/5/layout/IconLeafLabelList"/>
    <dgm:cxn modelId="{79D12339-A11E-4063-B8CD-415A0398E46F}" type="presParOf" srcId="{D620F704-AF63-4D96-B306-2A8AC8352D1B}" destId="{D361B7DC-9F2E-4A27-A819-3D2C4496652D}" srcOrd="3" destOrd="0" presId="urn:microsoft.com/office/officeart/2018/5/layout/IconLeafLabelList"/>
    <dgm:cxn modelId="{E14835D5-135A-41A6-9A29-6D8BAEBD68A2}" type="presParOf" srcId="{D620F704-AF63-4D96-B306-2A8AC8352D1B}" destId="{D4D35F0E-7F54-4E89-B96C-35DC3E69F004}" srcOrd="4" destOrd="0" presId="urn:microsoft.com/office/officeart/2018/5/layout/IconLeafLabelList"/>
    <dgm:cxn modelId="{CFDC6CE3-18CB-4707-A5CF-D49740AF4A46}" type="presParOf" srcId="{D4D35F0E-7F54-4E89-B96C-35DC3E69F004}" destId="{3B278406-ED7B-4A35-B22E-8B7038C3FBAE}" srcOrd="0" destOrd="0" presId="urn:microsoft.com/office/officeart/2018/5/layout/IconLeafLabelList"/>
    <dgm:cxn modelId="{44EDC664-4B50-459B-91FA-B7CD07659637}" type="presParOf" srcId="{D4D35F0E-7F54-4E89-B96C-35DC3E69F004}" destId="{C6C43A2B-9636-4F48-83B8-437D52EE058E}" srcOrd="1" destOrd="0" presId="urn:microsoft.com/office/officeart/2018/5/layout/IconLeafLabelList"/>
    <dgm:cxn modelId="{53900BDC-8FB4-47AC-A457-2DEF7A33D45F}" type="presParOf" srcId="{D4D35F0E-7F54-4E89-B96C-35DC3E69F004}" destId="{F63A58AC-2ABB-4889-B804-D440E2E32129}" srcOrd="2" destOrd="0" presId="urn:microsoft.com/office/officeart/2018/5/layout/IconLeafLabelList"/>
    <dgm:cxn modelId="{47CEB947-7769-4630-98C6-FF3C513A1E49}" type="presParOf" srcId="{D4D35F0E-7F54-4E89-B96C-35DC3E69F004}" destId="{723F133A-30D4-4E63-B7B0-0E49317DE107}" srcOrd="3" destOrd="0" presId="urn:microsoft.com/office/officeart/2018/5/layout/IconLeafLabelList"/>
    <dgm:cxn modelId="{4D84BB12-F627-4267-ABD6-452419D6B5B2}" type="presParOf" srcId="{D620F704-AF63-4D96-B306-2A8AC8352D1B}" destId="{63E38C68-9355-4ACF-8FBD-EE5ABA6CE167}" srcOrd="5" destOrd="0" presId="urn:microsoft.com/office/officeart/2018/5/layout/IconLeafLabelList"/>
    <dgm:cxn modelId="{D7898E73-0DF6-414C-8607-5E3BF09EFA91}" type="presParOf" srcId="{D620F704-AF63-4D96-B306-2A8AC8352D1B}" destId="{FA132020-FA03-4CF7-AD56-CE70FDFC4D56}" srcOrd="6" destOrd="0" presId="urn:microsoft.com/office/officeart/2018/5/layout/IconLeafLabelList"/>
    <dgm:cxn modelId="{64A7CF08-560C-478D-825A-9162F60A59EF}" type="presParOf" srcId="{FA132020-FA03-4CF7-AD56-CE70FDFC4D56}" destId="{5C4D18B0-8D03-440B-92FC-57529F7F77BF}" srcOrd="0" destOrd="0" presId="urn:microsoft.com/office/officeart/2018/5/layout/IconLeafLabelList"/>
    <dgm:cxn modelId="{5D2DC144-E2EA-4BE4-B4B4-DBB34BCE353A}" type="presParOf" srcId="{FA132020-FA03-4CF7-AD56-CE70FDFC4D56}" destId="{71B6CBD0-7251-4BF3-9DA4-324C3AF44E13}" srcOrd="1" destOrd="0" presId="urn:microsoft.com/office/officeart/2018/5/layout/IconLeafLabelList"/>
    <dgm:cxn modelId="{C7D3E5BB-41F8-42C8-B2CA-1BEE04047E25}" type="presParOf" srcId="{FA132020-FA03-4CF7-AD56-CE70FDFC4D56}" destId="{BD770755-209D-40C6-A52D-833C3E91183E}" srcOrd="2" destOrd="0" presId="urn:microsoft.com/office/officeart/2018/5/layout/IconLeafLabelList"/>
    <dgm:cxn modelId="{49FC078E-71B5-4E39-9238-0ED5007AE017}" type="presParOf" srcId="{FA132020-FA03-4CF7-AD56-CE70FDFC4D56}" destId="{65705016-1150-4C65-A457-6950E8CEF199}"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1AC9BF3-2C50-4F0D-9C75-269D251CA22B}" type="doc">
      <dgm:prSet loTypeId="urn:microsoft.com/office/officeart/2016/7/layout/RepeatingBendingProcessNew" loCatId="process" qsTypeId="urn:microsoft.com/office/officeart/2005/8/quickstyle/simple1" qsCatId="simple" csTypeId="urn:microsoft.com/office/officeart/2005/8/colors/accent0_3" csCatId="mainScheme"/>
      <dgm:spPr/>
      <dgm:t>
        <a:bodyPr/>
        <a:lstStyle/>
        <a:p>
          <a:endParaRPr lang="en-US"/>
        </a:p>
      </dgm:t>
    </dgm:pt>
    <dgm:pt modelId="{A625D693-3731-49CE-8AAC-1EF3CB0355D6}">
      <dgm:prSet/>
      <dgm:spPr/>
      <dgm:t>
        <a:bodyPr/>
        <a:lstStyle/>
        <a:p>
          <a:r>
            <a:rPr lang="en-US" dirty="0"/>
            <a:t>Introduction to HTML: Basic structure, tags, and attributes.</a:t>
          </a:r>
        </a:p>
      </dgm:t>
    </dgm:pt>
    <dgm:pt modelId="{F4CC81C9-5D85-404C-B292-53D0F70D4124}" type="parTrans" cxnId="{1E76A62C-9EB7-45CA-96F2-0AABD3447DBA}">
      <dgm:prSet/>
      <dgm:spPr/>
      <dgm:t>
        <a:bodyPr/>
        <a:lstStyle/>
        <a:p>
          <a:endParaRPr lang="en-US"/>
        </a:p>
      </dgm:t>
    </dgm:pt>
    <dgm:pt modelId="{9D88D576-7D64-4FFB-9E4E-DB48E27A1878}" type="sibTrans" cxnId="{1E76A62C-9EB7-45CA-96F2-0AABD3447DBA}">
      <dgm:prSet/>
      <dgm:spPr/>
      <dgm:t>
        <a:bodyPr/>
        <a:lstStyle/>
        <a:p>
          <a:endParaRPr lang="en-US"/>
        </a:p>
      </dgm:t>
    </dgm:pt>
    <dgm:pt modelId="{628D1A43-C260-422A-BAF5-5DF8EB813A20}">
      <dgm:prSet/>
      <dgm:spPr/>
      <dgm:t>
        <a:bodyPr/>
        <a:lstStyle/>
        <a:p>
          <a:r>
            <a:rPr lang="en-US" dirty="0"/>
            <a:t>Introduction to CSS: Selectors, properties, and basic styling.</a:t>
          </a:r>
        </a:p>
      </dgm:t>
    </dgm:pt>
    <dgm:pt modelId="{829D1AA2-C9C3-4A18-A70D-31AE6FA5453F}" type="parTrans" cxnId="{1122C4F2-4542-40C4-B7BE-9A91B7E720B6}">
      <dgm:prSet/>
      <dgm:spPr/>
      <dgm:t>
        <a:bodyPr/>
        <a:lstStyle/>
        <a:p>
          <a:endParaRPr lang="en-US"/>
        </a:p>
      </dgm:t>
    </dgm:pt>
    <dgm:pt modelId="{0398CF4C-6875-4B49-94BE-F9F0D240948F}" type="sibTrans" cxnId="{1122C4F2-4542-40C4-B7BE-9A91B7E720B6}">
      <dgm:prSet/>
      <dgm:spPr/>
      <dgm:t>
        <a:bodyPr/>
        <a:lstStyle/>
        <a:p>
          <a:endParaRPr lang="en-US"/>
        </a:p>
      </dgm:t>
    </dgm:pt>
    <dgm:pt modelId="{96F7035F-8502-4C90-8033-160D32068FB5}">
      <dgm:prSet/>
      <dgm:spPr/>
      <dgm:t>
        <a:bodyPr/>
        <a:lstStyle/>
        <a:p>
          <a:r>
            <a:rPr lang="en-US" dirty="0"/>
            <a:t>Intermediate CSS: Box model, positioning, and responsive design.</a:t>
          </a:r>
        </a:p>
      </dgm:t>
    </dgm:pt>
    <dgm:pt modelId="{0C243DC1-482C-4F5F-BC71-90D80B387E26}" type="parTrans" cxnId="{57C82BCC-7B72-47C3-8EE3-096E38A492B5}">
      <dgm:prSet/>
      <dgm:spPr/>
      <dgm:t>
        <a:bodyPr/>
        <a:lstStyle/>
        <a:p>
          <a:endParaRPr lang="en-US"/>
        </a:p>
      </dgm:t>
    </dgm:pt>
    <dgm:pt modelId="{98602585-87F4-4867-BB99-822DDCFE4C4A}" type="sibTrans" cxnId="{57C82BCC-7B72-47C3-8EE3-096E38A492B5}">
      <dgm:prSet/>
      <dgm:spPr/>
      <dgm:t>
        <a:bodyPr/>
        <a:lstStyle/>
        <a:p>
          <a:endParaRPr lang="en-US"/>
        </a:p>
      </dgm:t>
    </dgm:pt>
    <dgm:pt modelId="{469250B9-5113-4DBB-9CA5-92BE96048E80}">
      <dgm:prSet/>
      <dgm:spPr/>
      <dgm:t>
        <a:bodyPr/>
        <a:lstStyle/>
        <a:p>
          <a:r>
            <a:rPr lang="en-US" dirty="0"/>
            <a:t>Introduction to JavaScript: Variables, data types, functions, and DOM manipulation.</a:t>
          </a:r>
        </a:p>
      </dgm:t>
    </dgm:pt>
    <dgm:pt modelId="{1EF6C86C-B507-4973-B4AB-C5884F750C85}" type="parTrans" cxnId="{93919FE4-D0B4-46C6-8409-3708FD0E95AD}">
      <dgm:prSet/>
      <dgm:spPr/>
      <dgm:t>
        <a:bodyPr/>
        <a:lstStyle/>
        <a:p>
          <a:endParaRPr lang="en-US"/>
        </a:p>
      </dgm:t>
    </dgm:pt>
    <dgm:pt modelId="{D2D07E94-3F76-4986-A54D-9D9CC594FB08}" type="sibTrans" cxnId="{93919FE4-D0B4-46C6-8409-3708FD0E95AD}">
      <dgm:prSet/>
      <dgm:spPr/>
      <dgm:t>
        <a:bodyPr/>
        <a:lstStyle/>
        <a:p>
          <a:endParaRPr lang="en-US"/>
        </a:p>
      </dgm:t>
    </dgm:pt>
    <dgm:pt modelId="{77C8FDD5-9D9F-4E49-A5C2-C828BF22B11F}">
      <dgm:prSet/>
      <dgm:spPr/>
      <dgm:t>
        <a:bodyPr/>
        <a:lstStyle/>
        <a:p>
          <a:r>
            <a:rPr lang="en-US" dirty="0"/>
            <a:t>Advanced JavaScript: Objects, arrays, loops, and conditional statements.</a:t>
          </a:r>
        </a:p>
      </dgm:t>
    </dgm:pt>
    <dgm:pt modelId="{F4C95469-BEB1-4225-BC0C-D34AE0FE1802}" type="parTrans" cxnId="{8603FDC0-4318-4672-BF93-F3BA99E5F9ED}">
      <dgm:prSet/>
      <dgm:spPr/>
      <dgm:t>
        <a:bodyPr/>
        <a:lstStyle/>
        <a:p>
          <a:endParaRPr lang="en-US"/>
        </a:p>
      </dgm:t>
    </dgm:pt>
    <dgm:pt modelId="{B2558EA0-FAE9-4FAD-8541-744BB88A9114}" type="sibTrans" cxnId="{8603FDC0-4318-4672-BF93-F3BA99E5F9ED}">
      <dgm:prSet/>
      <dgm:spPr/>
      <dgm:t>
        <a:bodyPr/>
        <a:lstStyle/>
        <a:p>
          <a:endParaRPr lang="en-US"/>
        </a:p>
      </dgm:t>
    </dgm:pt>
    <dgm:pt modelId="{13C3470E-EAF2-431F-9876-3042DC3A6062}">
      <dgm:prSet/>
      <dgm:spPr/>
      <dgm:t>
        <a:bodyPr/>
        <a:lstStyle/>
        <a:p>
          <a:r>
            <a:rPr lang="en-US" dirty="0"/>
            <a:t>Introduction to React: Components, JSX, state, and props.</a:t>
          </a:r>
        </a:p>
      </dgm:t>
    </dgm:pt>
    <dgm:pt modelId="{7CF9335A-F570-497D-9EB9-F8D5DFC68E58}" type="parTrans" cxnId="{D4505B7B-9E25-4ABE-A693-C1938057C5BF}">
      <dgm:prSet/>
      <dgm:spPr/>
      <dgm:t>
        <a:bodyPr/>
        <a:lstStyle/>
        <a:p>
          <a:endParaRPr lang="en-US"/>
        </a:p>
      </dgm:t>
    </dgm:pt>
    <dgm:pt modelId="{8D3B5ABF-CBED-4BC8-B448-EC4E4F6AFD47}" type="sibTrans" cxnId="{D4505B7B-9E25-4ABE-A693-C1938057C5BF}">
      <dgm:prSet/>
      <dgm:spPr/>
      <dgm:t>
        <a:bodyPr/>
        <a:lstStyle/>
        <a:p>
          <a:endParaRPr lang="en-US"/>
        </a:p>
      </dgm:t>
    </dgm:pt>
    <dgm:pt modelId="{CFD154AC-E909-4FAD-9512-8DC82982E240}">
      <dgm:prSet/>
      <dgm:spPr/>
      <dgm:t>
        <a:bodyPr/>
        <a:lstStyle/>
        <a:p>
          <a:r>
            <a:rPr lang="en-US" dirty="0"/>
            <a:t>React Router: Routing and navigation in React applications.</a:t>
          </a:r>
        </a:p>
      </dgm:t>
    </dgm:pt>
    <dgm:pt modelId="{333C6F34-621C-4311-8B13-9227B5C0E101}" type="parTrans" cxnId="{D1254B38-AFDC-4790-A390-D6197B07F091}">
      <dgm:prSet/>
      <dgm:spPr/>
      <dgm:t>
        <a:bodyPr/>
        <a:lstStyle/>
        <a:p>
          <a:endParaRPr lang="en-US"/>
        </a:p>
      </dgm:t>
    </dgm:pt>
    <dgm:pt modelId="{DA9F696A-F7A2-4672-91B5-F92E5CC5911D}" type="sibTrans" cxnId="{D1254B38-AFDC-4790-A390-D6197B07F091}">
      <dgm:prSet/>
      <dgm:spPr/>
      <dgm:t>
        <a:bodyPr/>
        <a:lstStyle/>
        <a:p>
          <a:endParaRPr lang="en-US"/>
        </a:p>
      </dgm:t>
    </dgm:pt>
    <dgm:pt modelId="{6BC179C9-B7E3-42D2-A074-55D116050D83}">
      <dgm:prSet/>
      <dgm:spPr/>
      <dgm:t>
        <a:bodyPr/>
        <a:lstStyle/>
        <a:p>
          <a:r>
            <a:rPr lang="en-US" dirty="0"/>
            <a:t>Styling in React: CSS-in-JS libraries, such as styled-components or CSS modules.</a:t>
          </a:r>
        </a:p>
      </dgm:t>
    </dgm:pt>
    <dgm:pt modelId="{1EA4C76B-00C2-4832-B09B-981B1D72F125}" type="parTrans" cxnId="{983E0D73-DB40-420E-8C1C-B1852C8645A8}">
      <dgm:prSet/>
      <dgm:spPr/>
      <dgm:t>
        <a:bodyPr/>
        <a:lstStyle/>
        <a:p>
          <a:endParaRPr lang="en-US"/>
        </a:p>
      </dgm:t>
    </dgm:pt>
    <dgm:pt modelId="{58B8C359-5BD2-49E4-891E-BB62BCED599E}" type="sibTrans" cxnId="{983E0D73-DB40-420E-8C1C-B1852C8645A8}">
      <dgm:prSet/>
      <dgm:spPr/>
      <dgm:t>
        <a:bodyPr/>
        <a:lstStyle/>
        <a:p>
          <a:endParaRPr lang="en-US"/>
        </a:p>
      </dgm:t>
    </dgm:pt>
    <dgm:pt modelId="{90FABD20-2B6B-4BB6-A1F4-834FF500EB34}">
      <dgm:prSet/>
      <dgm:spPr/>
      <dgm:t>
        <a:bodyPr/>
        <a:lstStyle/>
        <a:p>
          <a:r>
            <a:rPr lang="en-US" dirty="0"/>
            <a:t>Introduction to Databases: Relational and non-relational databases, SQL, and NoSQL.</a:t>
          </a:r>
        </a:p>
      </dgm:t>
    </dgm:pt>
    <dgm:pt modelId="{49E83CDF-26C0-4C0B-9AC5-21E0E1BEDC06}" type="parTrans" cxnId="{AD63429E-EFEB-469E-97A5-A380C5E2A508}">
      <dgm:prSet/>
      <dgm:spPr/>
      <dgm:t>
        <a:bodyPr/>
        <a:lstStyle/>
        <a:p>
          <a:endParaRPr lang="en-US"/>
        </a:p>
      </dgm:t>
    </dgm:pt>
    <dgm:pt modelId="{ED52B4C9-2F05-4A94-94D3-9DD822020CE6}" type="sibTrans" cxnId="{AD63429E-EFEB-469E-97A5-A380C5E2A508}">
      <dgm:prSet/>
      <dgm:spPr/>
      <dgm:t>
        <a:bodyPr/>
        <a:lstStyle/>
        <a:p>
          <a:endParaRPr lang="en-US"/>
        </a:p>
      </dgm:t>
    </dgm:pt>
    <dgm:pt modelId="{2C02B569-FFAB-4E57-B75D-0AA9A1D6D141}">
      <dgm:prSet/>
      <dgm:spPr/>
      <dgm:t>
        <a:bodyPr/>
        <a:lstStyle/>
        <a:p>
          <a:r>
            <a:rPr lang="en-US" dirty="0"/>
            <a:t>Back-End Development with ASP.NET: Setting up the development environment and creating routes.</a:t>
          </a:r>
        </a:p>
      </dgm:t>
    </dgm:pt>
    <dgm:pt modelId="{4566865B-64BC-419A-A3C9-01D52227B50A}" type="parTrans" cxnId="{EDD4BDC3-CD18-4BA7-AF5C-5E10A385B3F7}">
      <dgm:prSet/>
      <dgm:spPr/>
      <dgm:t>
        <a:bodyPr/>
        <a:lstStyle/>
        <a:p>
          <a:endParaRPr lang="en-US"/>
        </a:p>
      </dgm:t>
    </dgm:pt>
    <dgm:pt modelId="{58C1B659-CB7E-4F21-B1D1-7FB7C22AE243}" type="sibTrans" cxnId="{EDD4BDC3-CD18-4BA7-AF5C-5E10A385B3F7}">
      <dgm:prSet/>
      <dgm:spPr/>
      <dgm:t>
        <a:bodyPr/>
        <a:lstStyle/>
        <a:p>
          <a:endParaRPr lang="en-US"/>
        </a:p>
      </dgm:t>
    </dgm:pt>
    <dgm:pt modelId="{61E79DD6-5810-4291-A47C-69FFC94515F9}">
      <dgm:prSet/>
      <dgm:spPr/>
      <dgm:t>
        <a:bodyPr/>
        <a:lstStyle/>
        <a:p>
          <a:r>
            <a:rPr lang="en-US" dirty="0"/>
            <a:t>Authentication and Authorization: Concepts and implementation in web applications.</a:t>
          </a:r>
        </a:p>
      </dgm:t>
    </dgm:pt>
    <dgm:pt modelId="{183F960C-4850-434E-9289-22A5B048290E}" type="parTrans" cxnId="{6F77AF21-3AF3-405C-90A0-9E8E5530EC00}">
      <dgm:prSet/>
      <dgm:spPr/>
      <dgm:t>
        <a:bodyPr/>
        <a:lstStyle/>
        <a:p>
          <a:endParaRPr lang="en-US"/>
        </a:p>
      </dgm:t>
    </dgm:pt>
    <dgm:pt modelId="{AED46804-4925-4CC9-9AA4-AB155C1E2CEE}" type="sibTrans" cxnId="{6F77AF21-3AF3-405C-90A0-9E8E5530EC00}">
      <dgm:prSet/>
      <dgm:spPr/>
      <dgm:t>
        <a:bodyPr/>
        <a:lstStyle/>
        <a:p>
          <a:endParaRPr lang="en-US"/>
        </a:p>
      </dgm:t>
    </dgm:pt>
    <dgm:pt modelId="{9CD92209-334E-4C52-A9DB-93CDC15014AF}" type="pres">
      <dgm:prSet presAssocID="{21AC9BF3-2C50-4F0D-9C75-269D251CA22B}" presName="Name0" presStyleCnt="0">
        <dgm:presLayoutVars>
          <dgm:dir/>
          <dgm:resizeHandles val="exact"/>
        </dgm:presLayoutVars>
      </dgm:prSet>
      <dgm:spPr/>
    </dgm:pt>
    <dgm:pt modelId="{5E28FF6D-171C-4433-9BFC-E8D198E95828}" type="pres">
      <dgm:prSet presAssocID="{A625D693-3731-49CE-8AAC-1EF3CB0355D6}" presName="node" presStyleLbl="node1" presStyleIdx="0" presStyleCnt="11" custLinFactNeighborX="-4676" custLinFactNeighborY="701">
        <dgm:presLayoutVars>
          <dgm:bulletEnabled val="1"/>
        </dgm:presLayoutVars>
      </dgm:prSet>
      <dgm:spPr/>
    </dgm:pt>
    <dgm:pt modelId="{0C3D29C0-0D12-4C5F-B339-F50D84292EE5}" type="pres">
      <dgm:prSet presAssocID="{9D88D576-7D64-4FFB-9E4E-DB48E27A1878}" presName="sibTrans" presStyleLbl="sibTrans1D1" presStyleIdx="0" presStyleCnt="10"/>
      <dgm:spPr/>
    </dgm:pt>
    <dgm:pt modelId="{DB9B18DE-A070-4967-A8F1-06A3040861DC}" type="pres">
      <dgm:prSet presAssocID="{9D88D576-7D64-4FFB-9E4E-DB48E27A1878}" presName="connectorText" presStyleLbl="sibTrans1D1" presStyleIdx="0" presStyleCnt="10"/>
      <dgm:spPr/>
    </dgm:pt>
    <dgm:pt modelId="{BE0A227B-B3F3-4D5A-A2EC-0F6674B9AF48}" type="pres">
      <dgm:prSet presAssocID="{628D1A43-C260-422A-BAF5-5DF8EB813A20}" presName="node" presStyleLbl="node1" presStyleIdx="1" presStyleCnt="11">
        <dgm:presLayoutVars>
          <dgm:bulletEnabled val="1"/>
        </dgm:presLayoutVars>
      </dgm:prSet>
      <dgm:spPr/>
    </dgm:pt>
    <dgm:pt modelId="{095954A2-5A3B-41FC-9DF5-215BFAD7224B}" type="pres">
      <dgm:prSet presAssocID="{0398CF4C-6875-4B49-94BE-F9F0D240948F}" presName="sibTrans" presStyleLbl="sibTrans1D1" presStyleIdx="1" presStyleCnt="10"/>
      <dgm:spPr/>
    </dgm:pt>
    <dgm:pt modelId="{41FD87C4-47C4-40D9-98AF-725EFFE5B214}" type="pres">
      <dgm:prSet presAssocID="{0398CF4C-6875-4B49-94BE-F9F0D240948F}" presName="connectorText" presStyleLbl="sibTrans1D1" presStyleIdx="1" presStyleCnt="10"/>
      <dgm:spPr/>
    </dgm:pt>
    <dgm:pt modelId="{0A83944E-7795-4C52-8AB7-A89F270B65F7}" type="pres">
      <dgm:prSet presAssocID="{96F7035F-8502-4C90-8033-160D32068FB5}" presName="node" presStyleLbl="node1" presStyleIdx="2" presStyleCnt="11">
        <dgm:presLayoutVars>
          <dgm:bulletEnabled val="1"/>
        </dgm:presLayoutVars>
      </dgm:prSet>
      <dgm:spPr/>
    </dgm:pt>
    <dgm:pt modelId="{FA43E65A-67DA-4CB7-AFD7-816ACF833ADB}" type="pres">
      <dgm:prSet presAssocID="{98602585-87F4-4867-BB99-822DDCFE4C4A}" presName="sibTrans" presStyleLbl="sibTrans1D1" presStyleIdx="2" presStyleCnt="10"/>
      <dgm:spPr/>
    </dgm:pt>
    <dgm:pt modelId="{3D3CCFBA-FC0F-47BF-A832-5835DB9D0377}" type="pres">
      <dgm:prSet presAssocID="{98602585-87F4-4867-BB99-822DDCFE4C4A}" presName="connectorText" presStyleLbl="sibTrans1D1" presStyleIdx="2" presStyleCnt="10"/>
      <dgm:spPr/>
    </dgm:pt>
    <dgm:pt modelId="{E9898209-AAFE-4DA3-A1A9-B15882CEAAA1}" type="pres">
      <dgm:prSet presAssocID="{469250B9-5113-4DBB-9CA5-92BE96048E80}" presName="node" presStyleLbl="node1" presStyleIdx="3" presStyleCnt="11">
        <dgm:presLayoutVars>
          <dgm:bulletEnabled val="1"/>
        </dgm:presLayoutVars>
      </dgm:prSet>
      <dgm:spPr/>
    </dgm:pt>
    <dgm:pt modelId="{02600C79-7583-4835-956D-045E2BD174A3}" type="pres">
      <dgm:prSet presAssocID="{D2D07E94-3F76-4986-A54D-9D9CC594FB08}" presName="sibTrans" presStyleLbl="sibTrans1D1" presStyleIdx="3" presStyleCnt="10"/>
      <dgm:spPr/>
    </dgm:pt>
    <dgm:pt modelId="{59F2ACF0-4086-4318-B44B-AB3DE87737BB}" type="pres">
      <dgm:prSet presAssocID="{D2D07E94-3F76-4986-A54D-9D9CC594FB08}" presName="connectorText" presStyleLbl="sibTrans1D1" presStyleIdx="3" presStyleCnt="10"/>
      <dgm:spPr/>
    </dgm:pt>
    <dgm:pt modelId="{81E1F3DE-38A0-4DFE-B576-557EA27ED1D0}" type="pres">
      <dgm:prSet presAssocID="{77C8FDD5-9D9F-4E49-A5C2-C828BF22B11F}" presName="node" presStyleLbl="node1" presStyleIdx="4" presStyleCnt="11">
        <dgm:presLayoutVars>
          <dgm:bulletEnabled val="1"/>
        </dgm:presLayoutVars>
      </dgm:prSet>
      <dgm:spPr/>
    </dgm:pt>
    <dgm:pt modelId="{04DB7A9A-C968-49B2-9B31-E11464484B10}" type="pres">
      <dgm:prSet presAssocID="{B2558EA0-FAE9-4FAD-8541-744BB88A9114}" presName="sibTrans" presStyleLbl="sibTrans1D1" presStyleIdx="4" presStyleCnt="10"/>
      <dgm:spPr/>
    </dgm:pt>
    <dgm:pt modelId="{10E27248-FEAC-4F15-ACBF-98E96FE56D31}" type="pres">
      <dgm:prSet presAssocID="{B2558EA0-FAE9-4FAD-8541-744BB88A9114}" presName="connectorText" presStyleLbl="sibTrans1D1" presStyleIdx="4" presStyleCnt="10"/>
      <dgm:spPr/>
    </dgm:pt>
    <dgm:pt modelId="{40F3288E-963B-4B47-A3D2-00E42893183D}" type="pres">
      <dgm:prSet presAssocID="{13C3470E-EAF2-431F-9876-3042DC3A6062}" presName="node" presStyleLbl="node1" presStyleIdx="5" presStyleCnt="11">
        <dgm:presLayoutVars>
          <dgm:bulletEnabled val="1"/>
        </dgm:presLayoutVars>
      </dgm:prSet>
      <dgm:spPr/>
    </dgm:pt>
    <dgm:pt modelId="{CBB39DEC-D6BC-4DEE-9557-5B9F6031D97B}" type="pres">
      <dgm:prSet presAssocID="{8D3B5ABF-CBED-4BC8-B448-EC4E4F6AFD47}" presName="sibTrans" presStyleLbl="sibTrans1D1" presStyleIdx="5" presStyleCnt="10"/>
      <dgm:spPr/>
    </dgm:pt>
    <dgm:pt modelId="{81C4B8BC-9356-48FB-89C8-2C3066F9CF8B}" type="pres">
      <dgm:prSet presAssocID="{8D3B5ABF-CBED-4BC8-B448-EC4E4F6AFD47}" presName="connectorText" presStyleLbl="sibTrans1D1" presStyleIdx="5" presStyleCnt="10"/>
      <dgm:spPr/>
    </dgm:pt>
    <dgm:pt modelId="{1FA184E3-48BA-4A1D-9640-35DAC19BD10E}" type="pres">
      <dgm:prSet presAssocID="{CFD154AC-E909-4FAD-9512-8DC82982E240}" presName="node" presStyleLbl="node1" presStyleIdx="6" presStyleCnt="11">
        <dgm:presLayoutVars>
          <dgm:bulletEnabled val="1"/>
        </dgm:presLayoutVars>
      </dgm:prSet>
      <dgm:spPr/>
    </dgm:pt>
    <dgm:pt modelId="{473326CF-772B-48E5-BDE6-9CB220744FF8}" type="pres">
      <dgm:prSet presAssocID="{DA9F696A-F7A2-4672-91B5-F92E5CC5911D}" presName="sibTrans" presStyleLbl="sibTrans1D1" presStyleIdx="6" presStyleCnt="10"/>
      <dgm:spPr/>
    </dgm:pt>
    <dgm:pt modelId="{695C1676-B470-4837-82B6-26D2B5BF9D74}" type="pres">
      <dgm:prSet presAssocID="{DA9F696A-F7A2-4672-91B5-F92E5CC5911D}" presName="connectorText" presStyleLbl="sibTrans1D1" presStyleIdx="6" presStyleCnt="10"/>
      <dgm:spPr/>
    </dgm:pt>
    <dgm:pt modelId="{D7750C13-4B4E-47F4-8835-B5E67B29749D}" type="pres">
      <dgm:prSet presAssocID="{6BC179C9-B7E3-42D2-A074-55D116050D83}" presName="node" presStyleLbl="node1" presStyleIdx="7" presStyleCnt="11">
        <dgm:presLayoutVars>
          <dgm:bulletEnabled val="1"/>
        </dgm:presLayoutVars>
      </dgm:prSet>
      <dgm:spPr/>
    </dgm:pt>
    <dgm:pt modelId="{6F0D9989-7245-47B6-86C1-3A9F44B6E721}" type="pres">
      <dgm:prSet presAssocID="{58B8C359-5BD2-49E4-891E-BB62BCED599E}" presName="sibTrans" presStyleLbl="sibTrans1D1" presStyleIdx="7" presStyleCnt="10"/>
      <dgm:spPr/>
    </dgm:pt>
    <dgm:pt modelId="{921C0EF4-EB74-46D5-9AC9-0819C80D76F5}" type="pres">
      <dgm:prSet presAssocID="{58B8C359-5BD2-49E4-891E-BB62BCED599E}" presName="connectorText" presStyleLbl="sibTrans1D1" presStyleIdx="7" presStyleCnt="10"/>
      <dgm:spPr/>
    </dgm:pt>
    <dgm:pt modelId="{44FA75CE-866D-48FF-ABEF-CCC95F839955}" type="pres">
      <dgm:prSet presAssocID="{90FABD20-2B6B-4BB6-A1F4-834FF500EB34}" presName="node" presStyleLbl="node1" presStyleIdx="8" presStyleCnt="11">
        <dgm:presLayoutVars>
          <dgm:bulletEnabled val="1"/>
        </dgm:presLayoutVars>
      </dgm:prSet>
      <dgm:spPr/>
    </dgm:pt>
    <dgm:pt modelId="{94B13227-58EC-4EF8-B148-01B429A6A54D}" type="pres">
      <dgm:prSet presAssocID="{ED52B4C9-2F05-4A94-94D3-9DD822020CE6}" presName="sibTrans" presStyleLbl="sibTrans1D1" presStyleIdx="8" presStyleCnt="10"/>
      <dgm:spPr/>
    </dgm:pt>
    <dgm:pt modelId="{A9D02CDE-00C2-4CDA-8782-226A3B00D121}" type="pres">
      <dgm:prSet presAssocID="{ED52B4C9-2F05-4A94-94D3-9DD822020CE6}" presName="connectorText" presStyleLbl="sibTrans1D1" presStyleIdx="8" presStyleCnt="10"/>
      <dgm:spPr/>
    </dgm:pt>
    <dgm:pt modelId="{1C9C3D3A-D592-4B4E-A677-7D05B10714C6}" type="pres">
      <dgm:prSet presAssocID="{2C02B569-FFAB-4E57-B75D-0AA9A1D6D141}" presName="node" presStyleLbl="node1" presStyleIdx="9" presStyleCnt="11">
        <dgm:presLayoutVars>
          <dgm:bulletEnabled val="1"/>
        </dgm:presLayoutVars>
      </dgm:prSet>
      <dgm:spPr/>
    </dgm:pt>
    <dgm:pt modelId="{F440FD1A-AB70-4402-9D12-214250BFFD22}" type="pres">
      <dgm:prSet presAssocID="{58C1B659-CB7E-4F21-B1D1-7FB7C22AE243}" presName="sibTrans" presStyleLbl="sibTrans1D1" presStyleIdx="9" presStyleCnt="10"/>
      <dgm:spPr/>
    </dgm:pt>
    <dgm:pt modelId="{188CA1EB-B84A-4146-A10E-60BF632BF6AD}" type="pres">
      <dgm:prSet presAssocID="{58C1B659-CB7E-4F21-B1D1-7FB7C22AE243}" presName="connectorText" presStyleLbl="sibTrans1D1" presStyleIdx="9" presStyleCnt="10"/>
      <dgm:spPr/>
    </dgm:pt>
    <dgm:pt modelId="{C4D01434-C152-47E4-9BD9-95CB125AD2A6}" type="pres">
      <dgm:prSet presAssocID="{61E79DD6-5810-4291-A47C-69FFC94515F9}" presName="node" presStyleLbl="node1" presStyleIdx="10" presStyleCnt="11">
        <dgm:presLayoutVars>
          <dgm:bulletEnabled val="1"/>
        </dgm:presLayoutVars>
      </dgm:prSet>
      <dgm:spPr/>
    </dgm:pt>
  </dgm:ptLst>
  <dgm:cxnLst>
    <dgm:cxn modelId="{C4986B01-5D02-4458-995E-53794697F70F}" type="presOf" srcId="{A625D693-3731-49CE-8AAC-1EF3CB0355D6}" destId="{5E28FF6D-171C-4433-9BFC-E8D198E95828}" srcOrd="0" destOrd="0" presId="urn:microsoft.com/office/officeart/2016/7/layout/RepeatingBendingProcessNew"/>
    <dgm:cxn modelId="{B2C0D105-045E-4805-BFF5-705C335C90A4}" type="presOf" srcId="{ED52B4C9-2F05-4A94-94D3-9DD822020CE6}" destId="{94B13227-58EC-4EF8-B148-01B429A6A54D}" srcOrd="0" destOrd="0" presId="urn:microsoft.com/office/officeart/2016/7/layout/RepeatingBendingProcessNew"/>
    <dgm:cxn modelId="{68201B07-9E67-45DB-8292-35A286C818CE}" type="presOf" srcId="{0398CF4C-6875-4B49-94BE-F9F0D240948F}" destId="{41FD87C4-47C4-40D9-98AF-725EFFE5B214}" srcOrd="1" destOrd="0" presId="urn:microsoft.com/office/officeart/2016/7/layout/RepeatingBendingProcessNew"/>
    <dgm:cxn modelId="{6F77AF21-3AF3-405C-90A0-9E8E5530EC00}" srcId="{21AC9BF3-2C50-4F0D-9C75-269D251CA22B}" destId="{61E79DD6-5810-4291-A47C-69FFC94515F9}" srcOrd="10" destOrd="0" parTransId="{183F960C-4850-434E-9289-22A5B048290E}" sibTransId="{AED46804-4925-4CC9-9AA4-AB155C1E2CEE}"/>
    <dgm:cxn modelId="{FF30F32B-B4EF-443D-AF8D-A36D8E1076AC}" type="presOf" srcId="{6BC179C9-B7E3-42D2-A074-55D116050D83}" destId="{D7750C13-4B4E-47F4-8835-B5E67B29749D}" srcOrd="0" destOrd="0" presId="urn:microsoft.com/office/officeart/2016/7/layout/RepeatingBendingProcessNew"/>
    <dgm:cxn modelId="{1E76A62C-9EB7-45CA-96F2-0AABD3447DBA}" srcId="{21AC9BF3-2C50-4F0D-9C75-269D251CA22B}" destId="{A625D693-3731-49CE-8AAC-1EF3CB0355D6}" srcOrd="0" destOrd="0" parTransId="{F4CC81C9-5D85-404C-B292-53D0F70D4124}" sibTransId="{9D88D576-7D64-4FFB-9E4E-DB48E27A1878}"/>
    <dgm:cxn modelId="{3AEE902F-1D82-43F9-A50E-3A80EB7F886B}" type="presOf" srcId="{D2D07E94-3F76-4986-A54D-9D9CC594FB08}" destId="{59F2ACF0-4086-4318-B44B-AB3DE87737BB}" srcOrd="1" destOrd="0" presId="urn:microsoft.com/office/officeart/2016/7/layout/RepeatingBendingProcessNew"/>
    <dgm:cxn modelId="{D1254B38-AFDC-4790-A390-D6197B07F091}" srcId="{21AC9BF3-2C50-4F0D-9C75-269D251CA22B}" destId="{CFD154AC-E909-4FAD-9512-8DC82982E240}" srcOrd="6" destOrd="0" parTransId="{333C6F34-621C-4311-8B13-9227B5C0E101}" sibTransId="{DA9F696A-F7A2-4672-91B5-F92E5CC5911D}"/>
    <dgm:cxn modelId="{45030E3D-560A-4E8C-8D2C-FE05169C4F0A}" type="presOf" srcId="{58C1B659-CB7E-4F21-B1D1-7FB7C22AE243}" destId="{188CA1EB-B84A-4146-A10E-60BF632BF6AD}" srcOrd="1" destOrd="0" presId="urn:microsoft.com/office/officeart/2016/7/layout/RepeatingBendingProcessNew"/>
    <dgm:cxn modelId="{2EC0B93F-0314-444E-897B-F78A678F1C6A}" type="presOf" srcId="{CFD154AC-E909-4FAD-9512-8DC82982E240}" destId="{1FA184E3-48BA-4A1D-9640-35DAC19BD10E}" srcOrd="0" destOrd="0" presId="urn:microsoft.com/office/officeart/2016/7/layout/RepeatingBendingProcessNew"/>
    <dgm:cxn modelId="{09325D40-BDD6-45D0-90B0-649F547A0C2F}" type="presOf" srcId="{9D88D576-7D64-4FFB-9E4E-DB48E27A1878}" destId="{DB9B18DE-A070-4967-A8F1-06A3040861DC}" srcOrd="1" destOrd="0" presId="urn:microsoft.com/office/officeart/2016/7/layout/RepeatingBendingProcessNew"/>
    <dgm:cxn modelId="{D4DE3244-F99E-4A97-BF1B-6B30E6BE3FCE}" type="presOf" srcId="{58C1B659-CB7E-4F21-B1D1-7FB7C22AE243}" destId="{F440FD1A-AB70-4402-9D12-214250BFFD22}" srcOrd="0" destOrd="0" presId="urn:microsoft.com/office/officeart/2016/7/layout/RepeatingBendingProcessNew"/>
    <dgm:cxn modelId="{5330B567-AC13-4E05-BD3F-A18060436CEB}" type="presOf" srcId="{D2D07E94-3F76-4986-A54D-9D9CC594FB08}" destId="{02600C79-7583-4835-956D-045E2BD174A3}" srcOrd="0" destOrd="0" presId="urn:microsoft.com/office/officeart/2016/7/layout/RepeatingBendingProcessNew"/>
    <dgm:cxn modelId="{8461E369-7F56-402F-A651-3789CF4EB352}" type="presOf" srcId="{628D1A43-C260-422A-BAF5-5DF8EB813A20}" destId="{BE0A227B-B3F3-4D5A-A2EC-0F6674B9AF48}" srcOrd="0" destOrd="0" presId="urn:microsoft.com/office/officeart/2016/7/layout/RepeatingBendingProcessNew"/>
    <dgm:cxn modelId="{983E0D73-DB40-420E-8C1C-B1852C8645A8}" srcId="{21AC9BF3-2C50-4F0D-9C75-269D251CA22B}" destId="{6BC179C9-B7E3-42D2-A074-55D116050D83}" srcOrd="7" destOrd="0" parTransId="{1EA4C76B-00C2-4832-B09B-981B1D72F125}" sibTransId="{58B8C359-5BD2-49E4-891E-BB62BCED599E}"/>
    <dgm:cxn modelId="{7062A859-AAB9-44E6-89FD-28ABF79C533A}" type="presOf" srcId="{B2558EA0-FAE9-4FAD-8541-744BB88A9114}" destId="{10E27248-FEAC-4F15-ACBF-98E96FE56D31}" srcOrd="1" destOrd="0" presId="urn:microsoft.com/office/officeart/2016/7/layout/RepeatingBendingProcessNew"/>
    <dgm:cxn modelId="{D4505B7B-9E25-4ABE-A693-C1938057C5BF}" srcId="{21AC9BF3-2C50-4F0D-9C75-269D251CA22B}" destId="{13C3470E-EAF2-431F-9876-3042DC3A6062}" srcOrd="5" destOrd="0" parTransId="{7CF9335A-F570-497D-9EB9-F8D5DFC68E58}" sibTransId="{8D3B5ABF-CBED-4BC8-B448-EC4E4F6AFD47}"/>
    <dgm:cxn modelId="{57A2D37B-A991-4455-9BAA-FEB89B998434}" type="presOf" srcId="{98602585-87F4-4867-BB99-822DDCFE4C4A}" destId="{3D3CCFBA-FC0F-47BF-A832-5835DB9D0377}" srcOrd="1" destOrd="0" presId="urn:microsoft.com/office/officeart/2016/7/layout/RepeatingBendingProcessNew"/>
    <dgm:cxn modelId="{1D61927F-927B-4374-8E97-55744155B307}" type="presOf" srcId="{98602585-87F4-4867-BB99-822DDCFE4C4A}" destId="{FA43E65A-67DA-4CB7-AFD7-816ACF833ADB}" srcOrd="0" destOrd="0" presId="urn:microsoft.com/office/officeart/2016/7/layout/RepeatingBendingProcessNew"/>
    <dgm:cxn modelId="{77472882-6F5F-4A34-AE4A-98F760123F16}" type="presOf" srcId="{90FABD20-2B6B-4BB6-A1F4-834FF500EB34}" destId="{44FA75CE-866D-48FF-ABEF-CCC95F839955}" srcOrd="0" destOrd="0" presId="urn:microsoft.com/office/officeart/2016/7/layout/RepeatingBendingProcessNew"/>
    <dgm:cxn modelId="{DC6A6A89-5223-4546-9B00-D1BF3CE3B818}" type="presOf" srcId="{2C02B569-FFAB-4E57-B75D-0AA9A1D6D141}" destId="{1C9C3D3A-D592-4B4E-A677-7D05B10714C6}" srcOrd="0" destOrd="0" presId="urn:microsoft.com/office/officeart/2016/7/layout/RepeatingBendingProcessNew"/>
    <dgm:cxn modelId="{B363949D-75FF-4EFC-BD7D-2A73AB5D355A}" type="presOf" srcId="{B2558EA0-FAE9-4FAD-8541-744BB88A9114}" destId="{04DB7A9A-C968-49B2-9B31-E11464484B10}" srcOrd="0" destOrd="0" presId="urn:microsoft.com/office/officeart/2016/7/layout/RepeatingBendingProcessNew"/>
    <dgm:cxn modelId="{AD63429E-EFEB-469E-97A5-A380C5E2A508}" srcId="{21AC9BF3-2C50-4F0D-9C75-269D251CA22B}" destId="{90FABD20-2B6B-4BB6-A1F4-834FF500EB34}" srcOrd="8" destOrd="0" parTransId="{49E83CDF-26C0-4C0B-9AC5-21E0E1BEDC06}" sibTransId="{ED52B4C9-2F05-4A94-94D3-9DD822020CE6}"/>
    <dgm:cxn modelId="{7BF5CB9E-B8F2-4F62-A0E9-D224E75EA65D}" type="presOf" srcId="{8D3B5ABF-CBED-4BC8-B448-EC4E4F6AFD47}" destId="{81C4B8BC-9356-48FB-89C8-2C3066F9CF8B}" srcOrd="1" destOrd="0" presId="urn:microsoft.com/office/officeart/2016/7/layout/RepeatingBendingProcessNew"/>
    <dgm:cxn modelId="{CD275FA7-BDDB-4ABF-AA53-131634DEE33E}" type="presOf" srcId="{DA9F696A-F7A2-4672-91B5-F92E5CC5911D}" destId="{473326CF-772B-48E5-BDE6-9CB220744FF8}" srcOrd="0" destOrd="0" presId="urn:microsoft.com/office/officeart/2016/7/layout/RepeatingBendingProcessNew"/>
    <dgm:cxn modelId="{B947D8B9-CCFB-417A-A645-5B4C2066706B}" type="presOf" srcId="{58B8C359-5BD2-49E4-891E-BB62BCED599E}" destId="{6F0D9989-7245-47B6-86C1-3A9F44B6E721}" srcOrd="0" destOrd="0" presId="urn:microsoft.com/office/officeart/2016/7/layout/RepeatingBendingProcessNew"/>
    <dgm:cxn modelId="{5AA8CDBB-03F5-4C57-8739-5351684A4FB3}" type="presOf" srcId="{77C8FDD5-9D9F-4E49-A5C2-C828BF22B11F}" destId="{81E1F3DE-38A0-4DFE-B576-557EA27ED1D0}" srcOrd="0" destOrd="0" presId="urn:microsoft.com/office/officeart/2016/7/layout/RepeatingBendingProcessNew"/>
    <dgm:cxn modelId="{8603FDC0-4318-4672-BF93-F3BA99E5F9ED}" srcId="{21AC9BF3-2C50-4F0D-9C75-269D251CA22B}" destId="{77C8FDD5-9D9F-4E49-A5C2-C828BF22B11F}" srcOrd="4" destOrd="0" parTransId="{F4C95469-BEB1-4225-BC0C-D34AE0FE1802}" sibTransId="{B2558EA0-FAE9-4FAD-8541-744BB88A9114}"/>
    <dgm:cxn modelId="{A59DB1C1-8135-47F0-AEF4-5872DEC0C5DE}" type="presOf" srcId="{DA9F696A-F7A2-4672-91B5-F92E5CC5911D}" destId="{695C1676-B470-4837-82B6-26D2B5BF9D74}" srcOrd="1" destOrd="0" presId="urn:microsoft.com/office/officeart/2016/7/layout/RepeatingBendingProcessNew"/>
    <dgm:cxn modelId="{EDD4BDC3-CD18-4BA7-AF5C-5E10A385B3F7}" srcId="{21AC9BF3-2C50-4F0D-9C75-269D251CA22B}" destId="{2C02B569-FFAB-4E57-B75D-0AA9A1D6D141}" srcOrd="9" destOrd="0" parTransId="{4566865B-64BC-419A-A3C9-01D52227B50A}" sibTransId="{58C1B659-CB7E-4F21-B1D1-7FB7C22AE243}"/>
    <dgm:cxn modelId="{57C82BCC-7B72-47C3-8EE3-096E38A492B5}" srcId="{21AC9BF3-2C50-4F0D-9C75-269D251CA22B}" destId="{96F7035F-8502-4C90-8033-160D32068FB5}" srcOrd="2" destOrd="0" parTransId="{0C243DC1-482C-4F5F-BC71-90D80B387E26}" sibTransId="{98602585-87F4-4867-BB99-822DDCFE4C4A}"/>
    <dgm:cxn modelId="{497B11D2-D345-4B63-94E4-8D30864388E7}" type="presOf" srcId="{9D88D576-7D64-4FFB-9E4E-DB48E27A1878}" destId="{0C3D29C0-0D12-4C5F-B339-F50D84292EE5}" srcOrd="0" destOrd="0" presId="urn:microsoft.com/office/officeart/2016/7/layout/RepeatingBendingProcessNew"/>
    <dgm:cxn modelId="{B3DA9AD3-9129-4C52-B8AA-C1F704028318}" type="presOf" srcId="{58B8C359-5BD2-49E4-891E-BB62BCED599E}" destId="{921C0EF4-EB74-46D5-9AC9-0819C80D76F5}" srcOrd="1" destOrd="0" presId="urn:microsoft.com/office/officeart/2016/7/layout/RepeatingBendingProcessNew"/>
    <dgm:cxn modelId="{3ADE94DA-B22D-4D9E-A7BA-8D01E6DC2922}" type="presOf" srcId="{0398CF4C-6875-4B49-94BE-F9F0D240948F}" destId="{095954A2-5A3B-41FC-9DF5-215BFAD7224B}" srcOrd="0" destOrd="0" presId="urn:microsoft.com/office/officeart/2016/7/layout/RepeatingBendingProcessNew"/>
    <dgm:cxn modelId="{2FFDE5E1-AC9B-4442-B303-4D14BF4EDFA1}" type="presOf" srcId="{8D3B5ABF-CBED-4BC8-B448-EC4E4F6AFD47}" destId="{CBB39DEC-D6BC-4DEE-9557-5B9F6031D97B}" srcOrd="0" destOrd="0" presId="urn:microsoft.com/office/officeart/2016/7/layout/RepeatingBendingProcessNew"/>
    <dgm:cxn modelId="{93919FE4-D0B4-46C6-8409-3708FD0E95AD}" srcId="{21AC9BF3-2C50-4F0D-9C75-269D251CA22B}" destId="{469250B9-5113-4DBB-9CA5-92BE96048E80}" srcOrd="3" destOrd="0" parTransId="{1EF6C86C-B507-4973-B4AB-C5884F750C85}" sibTransId="{D2D07E94-3F76-4986-A54D-9D9CC594FB08}"/>
    <dgm:cxn modelId="{EBCB81E5-C492-47D2-A178-795418AE4FC8}" type="presOf" srcId="{13C3470E-EAF2-431F-9876-3042DC3A6062}" destId="{40F3288E-963B-4B47-A3D2-00E42893183D}" srcOrd="0" destOrd="0" presId="urn:microsoft.com/office/officeart/2016/7/layout/RepeatingBendingProcessNew"/>
    <dgm:cxn modelId="{14BD3EEC-0D0C-4D23-B6E7-DC48E90FEA61}" type="presOf" srcId="{61E79DD6-5810-4291-A47C-69FFC94515F9}" destId="{C4D01434-C152-47E4-9BD9-95CB125AD2A6}" srcOrd="0" destOrd="0" presId="urn:microsoft.com/office/officeart/2016/7/layout/RepeatingBendingProcessNew"/>
    <dgm:cxn modelId="{C70BDEEC-6327-4678-8E74-B714B2EB9609}" type="presOf" srcId="{21AC9BF3-2C50-4F0D-9C75-269D251CA22B}" destId="{9CD92209-334E-4C52-A9DB-93CDC15014AF}" srcOrd="0" destOrd="0" presId="urn:microsoft.com/office/officeart/2016/7/layout/RepeatingBendingProcessNew"/>
    <dgm:cxn modelId="{1122C4F2-4542-40C4-B7BE-9A91B7E720B6}" srcId="{21AC9BF3-2C50-4F0D-9C75-269D251CA22B}" destId="{628D1A43-C260-422A-BAF5-5DF8EB813A20}" srcOrd="1" destOrd="0" parTransId="{829D1AA2-C9C3-4A18-A70D-31AE6FA5453F}" sibTransId="{0398CF4C-6875-4B49-94BE-F9F0D240948F}"/>
    <dgm:cxn modelId="{3AEDAEF5-43DD-4185-A2E7-63693418F5A4}" type="presOf" srcId="{ED52B4C9-2F05-4A94-94D3-9DD822020CE6}" destId="{A9D02CDE-00C2-4CDA-8782-226A3B00D121}" srcOrd="1" destOrd="0" presId="urn:microsoft.com/office/officeart/2016/7/layout/RepeatingBendingProcessNew"/>
    <dgm:cxn modelId="{D99564FD-FF30-425F-8849-C29B1313035D}" type="presOf" srcId="{469250B9-5113-4DBB-9CA5-92BE96048E80}" destId="{E9898209-AAFE-4DA3-A1A9-B15882CEAAA1}" srcOrd="0" destOrd="0" presId="urn:microsoft.com/office/officeart/2016/7/layout/RepeatingBendingProcessNew"/>
    <dgm:cxn modelId="{F4D819FF-8E9D-455A-89B3-47CFE05459E9}" type="presOf" srcId="{96F7035F-8502-4C90-8033-160D32068FB5}" destId="{0A83944E-7795-4C52-8AB7-A89F270B65F7}" srcOrd="0" destOrd="0" presId="urn:microsoft.com/office/officeart/2016/7/layout/RepeatingBendingProcessNew"/>
    <dgm:cxn modelId="{261424EE-66F0-4E09-8ED3-D54DADA909F4}" type="presParOf" srcId="{9CD92209-334E-4C52-A9DB-93CDC15014AF}" destId="{5E28FF6D-171C-4433-9BFC-E8D198E95828}" srcOrd="0" destOrd="0" presId="urn:microsoft.com/office/officeart/2016/7/layout/RepeatingBendingProcessNew"/>
    <dgm:cxn modelId="{4695AC3F-8B66-4921-95FE-E537B8F5AE1E}" type="presParOf" srcId="{9CD92209-334E-4C52-A9DB-93CDC15014AF}" destId="{0C3D29C0-0D12-4C5F-B339-F50D84292EE5}" srcOrd="1" destOrd="0" presId="urn:microsoft.com/office/officeart/2016/7/layout/RepeatingBendingProcessNew"/>
    <dgm:cxn modelId="{868481E7-23D3-423A-A453-CA395C7B5FA3}" type="presParOf" srcId="{0C3D29C0-0D12-4C5F-B339-F50D84292EE5}" destId="{DB9B18DE-A070-4967-A8F1-06A3040861DC}" srcOrd="0" destOrd="0" presId="urn:microsoft.com/office/officeart/2016/7/layout/RepeatingBendingProcessNew"/>
    <dgm:cxn modelId="{8484F06A-8085-4C59-BEB1-1886CDA2E290}" type="presParOf" srcId="{9CD92209-334E-4C52-A9DB-93CDC15014AF}" destId="{BE0A227B-B3F3-4D5A-A2EC-0F6674B9AF48}" srcOrd="2" destOrd="0" presId="urn:microsoft.com/office/officeart/2016/7/layout/RepeatingBendingProcessNew"/>
    <dgm:cxn modelId="{AD6C5FB9-BDBE-4D7D-BB22-68039AFA662B}" type="presParOf" srcId="{9CD92209-334E-4C52-A9DB-93CDC15014AF}" destId="{095954A2-5A3B-41FC-9DF5-215BFAD7224B}" srcOrd="3" destOrd="0" presId="urn:microsoft.com/office/officeart/2016/7/layout/RepeatingBendingProcessNew"/>
    <dgm:cxn modelId="{64C854DF-9D9F-40F9-A46B-2579A7F4EE06}" type="presParOf" srcId="{095954A2-5A3B-41FC-9DF5-215BFAD7224B}" destId="{41FD87C4-47C4-40D9-98AF-725EFFE5B214}" srcOrd="0" destOrd="0" presId="urn:microsoft.com/office/officeart/2016/7/layout/RepeatingBendingProcessNew"/>
    <dgm:cxn modelId="{71A4DF7B-3A2F-4E42-A5B2-B6B64090F5EA}" type="presParOf" srcId="{9CD92209-334E-4C52-A9DB-93CDC15014AF}" destId="{0A83944E-7795-4C52-8AB7-A89F270B65F7}" srcOrd="4" destOrd="0" presId="urn:microsoft.com/office/officeart/2016/7/layout/RepeatingBendingProcessNew"/>
    <dgm:cxn modelId="{91C52784-0474-4E4F-95E3-DC064B2F1F4F}" type="presParOf" srcId="{9CD92209-334E-4C52-A9DB-93CDC15014AF}" destId="{FA43E65A-67DA-4CB7-AFD7-816ACF833ADB}" srcOrd="5" destOrd="0" presId="urn:microsoft.com/office/officeart/2016/7/layout/RepeatingBendingProcessNew"/>
    <dgm:cxn modelId="{73C624BA-38C3-4C6C-A73B-32051EA2C90A}" type="presParOf" srcId="{FA43E65A-67DA-4CB7-AFD7-816ACF833ADB}" destId="{3D3CCFBA-FC0F-47BF-A832-5835DB9D0377}" srcOrd="0" destOrd="0" presId="urn:microsoft.com/office/officeart/2016/7/layout/RepeatingBendingProcessNew"/>
    <dgm:cxn modelId="{BE202AF8-8128-4221-A027-544911728293}" type="presParOf" srcId="{9CD92209-334E-4C52-A9DB-93CDC15014AF}" destId="{E9898209-AAFE-4DA3-A1A9-B15882CEAAA1}" srcOrd="6" destOrd="0" presId="urn:microsoft.com/office/officeart/2016/7/layout/RepeatingBendingProcessNew"/>
    <dgm:cxn modelId="{00779ABB-507C-4E48-ABD4-C46A3B47633B}" type="presParOf" srcId="{9CD92209-334E-4C52-A9DB-93CDC15014AF}" destId="{02600C79-7583-4835-956D-045E2BD174A3}" srcOrd="7" destOrd="0" presId="urn:microsoft.com/office/officeart/2016/7/layout/RepeatingBendingProcessNew"/>
    <dgm:cxn modelId="{C443C10C-FBF2-449D-A739-556A9368E3E0}" type="presParOf" srcId="{02600C79-7583-4835-956D-045E2BD174A3}" destId="{59F2ACF0-4086-4318-B44B-AB3DE87737BB}" srcOrd="0" destOrd="0" presId="urn:microsoft.com/office/officeart/2016/7/layout/RepeatingBendingProcessNew"/>
    <dgm:cxn modelId="{D228D258-29C7-43AC-88CD-4825D8E3406D}" type="presParOf" srcId="{9CD92209-334E-4C52-A9DB-93CDC15014AF}" destId="{81E1F3DE-38A0-4DFE-B576-557EA27ED1D0}" srcOrd="8" destOrd="0" presId="urn:microsoft.com/office/officeart/2016/7/layout/RepeatingBendingProcessNew"/>
    <dgm:cxn modelId="{2A4DCEBC-351B-4CA0-A7AD-6290B21534FC}" type="presParOf" srcId="{9CD92209-334E-4C52-A9DB-93CDC15014AF}" destId="{04DB7A9A-C968-49B2-9B31-E11464484B10}" srcOrd="9" destOrd="0" presId="urn:microsoft.com/office/officeart/2016/7/layout/RepeatingBendingProcessNew"/>
    <dgm:cxn modelId="{0F049E07-4745-45C2-86BF-A1F13E5BA929}" type="presParOf" srcId="{04DB7A9A-C968-49B2-9B31-E11464484B10}" destId="{10E27248-FEAC-4F15-ACBF-98E96FE56D31}" srcOrd="0" destOrd="0" presId="urn:microsoft.com/office/officeart/2016/7/layout/RepeatingBendingProcessNew"/>
    <dgm:cxn modelId="{ABFA92A9-E519-4930-8AB7-54122AA5817F}" type="presParOf" srcId="{9CD92209-334E-4C52-A9DB-93CDC15014AF}" destId="{40F3288E-963B-4B47-A3D2-00E42893183D}" srcOrd="10" destOrd="0" presId="urn:microsoft.com/office/officeart/2016/7/layout/RepeatingBendingProcessNew"/>
    <dgm:cxn modelId="{8D3EB102-2901-4796-A232-3EE94BC17606}" type="presParOf" srcId="{9CD92209-334E-4C52-A9DB-93CDC15014AF}" destId="{CBB39DEC-D6BC-4DEE-9557-5B9F6031D97B}" srcOrd="11" destOrd="0" presId="urn:microsoft.com/office/officeart/2016/7/layout/RepeatingBendingProcessNew"/>
    <dgm:cxn modelId="{598D219E-5E00-4C0F-977E-13BD9C03B3AB}" type="presParOf" srcId="{CBB39DEC-D6BC-4DEE-9557-5B9F6031D97B}" destId="{81C4B8BC-9356-48FB-89C8-2C3066F9CF8B}" srcOrd="0" destOrd="0" presId="urn:microsoft.com/office/officeart/2016/7/layout/RepeatingBendingProcessNew"/>
    <dgm:cxn modelId="{EF5F45B4-E68F-4133-825C-CB33F2F4BA18}" type="presParOf" srcId="{9CD92209-334E-4C52-A9DB-93CDC15014AF}" destId="{1FA184E3-48BA-4A1D-9640-35DAC19BD10E}" srcOrd="12" destOrd="0" presId="urn:microsoft.com/office/officeart/2016/7/layout/RepeatingBendingProcessNew"/>
    <dgm:cxn modelId="{C0A68DAE-99C1-45FC-B156-EC350B2E275E}" type="presParOf" srcId="{9CD92209-334E-4C52-A9DB-93CDC15014AF}" destId="{473326CF-772B-48E5-BDE6-9CB220744FF8}" srcOrd="13" destOrd="0" presId="urn:microsoft.com/office/officeart/2016/7/layout/RepeatingBendingProcessNew"/>
    <dgm:cxn modelId="{FAE92F42-AA39-44C1-AB94-8F01DF11AFFB}" type="presParOf" srcId="{473326CF-772B-48E5-BDE6-9CB220744FF8}" destId="{695C1676-B470-4837-82B6-26D2B5BF9D74}" srcOrd="0" destOrd="0" presId="urn:microsoft.com/office/officeart/2016/7/layout/RepeatingBendingProcessNew"/>
    <dgm:cxn modelId="{976851D1-B8D8-4E47-8854-831F3095F394}" type="presParOf" srcId="{9CD92209-334E-4C52-A9DB-93CDC15014AF}" destId="{D7750C13-4B4E-47F4-8835-B5E67B29749D}" srcOrd="14" destOrd="0" presId="urn:microsoft.com/office/officeart/2016/7/layout/RepeatingBendingProcessNew"/>
    <dgm:cxn modelId="{32C603C3-DCF9-465D-BA6F-EBFAAFA33C43}" type="presParOf" srcId="{9CD92209-334E-4C52-A9DB-93CDC15014AF}" destId="{6F0D9989-7245-47B6-86C1-3A9F44B6E721}" srcOrd="15" destOrd="0" presId="urn:microsoft.com/office/officeart/2016/7/layout/RepeatingBendingProcessNew"/>
    <dgm:cxn modelId="{DD336ED4-E6AB-4774-9A8A-00E7D2B50930}" type="presParOf" srcId="{6F0D9989-7245-47B6-86C1-3A9F44B6E721}" destId="{921C0EF4-EB74-46D5-9AC9-0819C80D76F5}" srcOrd="0" destOrd="0" presId="urn:microsoft.com/office/officeart/2016/7/layout/RepeatingBendingProcessNew"/>
    <dgm:cxn modelId="{6B2177A1-B1B3-4D23-A01E-0843C925E30E}" type="presParOf" srcId="{9CD92209-334E-4C52-A9DB-93CDC15014AF}" destId="{44FA75CE-866D-48FF-ABEF-CCC95F839955}" srcOrd="16" destOrd="0" presId="urn:microsoft.com/office/officeart/2016/7/layout/RepeatingBendingProcessNew"/>
    <dgm:cxn modelId="{7A6173A4-EA3E-45C0-BDB8-49C2B680736D}" type="presParOf" srcId="{9CD92209-334E-4C52-A9DB-93CDC15014AF}" destId="{94B13227-58EC-4EF8-B148-01B429A6A54D}" srcOrd="17" destOrd="0" presId="urn:microsoft.com/office/officeart/2016/7/layout/RepeatingBendingProcessNew"/>
    <dgm:cxn modelId="{D5DA0919-65A0-44DF-A793-546DC005A8E3}" type="presParOf" srcId="{94B13227-58EC-4EF8-B148-01B429A6A54D}" destId="{A9D02CDE-00C2-4CDA-8782-226A3B00D121}" srcOrd="0" destOrd="0" presId="urn:microsoft.com/office/officeart/2016/7/layout/RepeatingBendingProcessNew"/>
    <dgm:cxn modelId="{475763C4-7E59-48F3-AF20-A8C3540735C7}" type="presParOf" srcId="{9CD92209-334E-4C52-A9DB-93CDC15014AF}" destId="{1C9C3D3A-D592-4B4E-A677-7D05B10714C6}" srcOrd="18" destOrd="0" presId="urn:microsoft.com/office/officeart/2016/7/layout/RepeatingBendingProcessNew"/>
    <dgm:cxn modelId="{036C1741-E2D9-4ED5-9BCE-41BF1DDF1D7D}" type="presParOf" srcId="{9CD92209-334E-4C52-A9DB-93CDC15014AF}" destId="{F440FD1A-AB70-4402-9D12-214250BFFD22}" srcOrd="19" destOrd="0" presId="urn:microsoft.com/office/officeart/2016/7/layout/RepeatingBendingProcessNew"/>
    <dgm:cxn modelId="{60FFF9B4-53C5-4DDA-B313-96E0BBF6BC0E}" type="presParOf" srcId="{F440FD1A-AB70-4402-9D12-214250BFFD22}" destId="{188CA1EB-B84A-4146-A10E-60BF632BF6AD}" srcOrd="0" destOrd="0" presId="urn:microsoft.com/office/officeart/2016/7/layout/RepeatingBendingProcessNew"/>
    <dgm:cxn modelId="{C0BE5048-026A-4A7C-9DD2-3D69DCCF4A57}" type="presParOf" srcId="{9CD92209-334E-4C52-A9DB-93CDC15014AF}" destId="{C4D01434-C152-47E4-9BD9-95CB125AD2A6}" srcOrd="2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2E8ADB-42A1-4F4B-ACFB-D8784B4BB84E}">
      <dsp:nvSpPr>
        <dsp:cNvPr id="0" name=""/>
        <dsp:cNvSpPr/>
      </dsp:nvSpPr>
      <dsp:spPr>
        <a:xfrm>
          <a:off x="494169" y="159581"/>
          <a:ext cx="1262925" cy="1262925"/>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F768B3-29C8-4E82-A92F-ED8EB493909E}">
      <dsp:nvSpPr>
        <dsp:cNvPr id="0" name=""/>
        <dsp:cNvSpPr/>
      </dsp:nvSpPr>
      <dsp:spPr>
        <a:xfrm>
          <a:off x="763317" y="428729"/>
          <a:ext cx="724629" cy="72462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0D94CD-4F0B-487A-99BF-A185B52343DF}">
      <dsp:nvSpPr>
        <dsp:cNvPr id="0" name=""/>
        <dsp:cNvSpPr/>
      </dsp:nvSpPr>
      <dsp:spPr>
        <a:xfrm>
          <a:off x="90446" y="1815877"/>
          <a:ext cx="207037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kern="1200" dirty="0"/>
            <a:t>Adapting the new work(Training) position and company .</a:t>
          </a:r>
        </a:p>
      </dsp:txBody>
      <dsp:txXfrm>
        <a:off x="90446" y="1815877"/>
        <a:ext cx="2070370" cy="720000"/>
      </dsp:txXfrm>
    </dsp:sp>
    <dsp:sp modelId="{60BF0AB8-8738-4311-BA2B-BEB6D294B74B}">
      <dsp:nvSpPr>
        <dsp:cNvPr id="0" name=""/>
        <dsp:cNvSpPr/>
      </dsp:nvSpPr>
      <dsp:spPr>
        <a:xfrm>
          <a:off x="2926854" y="159581"/>
          <a:ext cx="1262925" cy="1262925"/>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0E4476-3332-4AB8-93E4-DBCD45C48013}">
      <dsp:nvSpPr>
        <dsp:cNvPr id="0" name=""/>
        <dsp:cNvSpPr/>
      </dsp:nvSpPr>
      <dsp:spPr>
        <a:xfrm>
          <a:off x="3196002" y="428729"/>
          <a:ext cx="724629" cy="72462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90B9284-833D-485A-ABBB-22EA762E33A2}">
      <dsp:nvSpPr>
        <dsp:cNvPr id="0" name=""/>
        <dsp:cNvSpPr/>
      </dsp:nvSpPr>
      <dsp:spPr>
        <a:xfrm>
          <a:off x="2523131" y="1815877"/>
          <a:ext cx="207037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kern="1200" dirty="0"/>
            <a:t>Working  under pressure .</a:t>
          </a:r>
        </a:p>
      </dsp:txBody>
      <dsp:txXfrm>
        <a:off x="2523131" y="1815877"/>
        <a:ext cx="2070370" cy="720000"/>
      </dsp:txXfrm>
    </dsp:sp>
    <dsp:sp modelId="{3B278406-ED7B-4A35-B22E-8B7038C3FBAE}">
      <dsp:nvSpPr>
        <dsp:cNvPr id="0" name=""/>
        <dsp:cNvSpPr/>
      </dsp:nvSpPr>
      <dsp:spPr>
        <a:xfrm>
          <a:off x="494169" y="3053469"/>
          <a:ext cx="1262925" cy="1262925"/>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6C43A2B-9636-4F48-83B8-437D52EE058E}">
      <dsp:nvSpPr>
        <dsp:cNvPr id="0" name=""/>
        <dsp:cNvSpPr/>
      </dsp:nvSpPr>
      <dsp:spPr>
        <a:xfrm>
          <a:off x="763317" y="3322617"/>
          <a:ext cx="724629" cy="72462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3F133A-30D4-4E63-B7B0-0E49317DE107}">
      <dsp:nvSpPr>
        <dsp:cNvPr id="0" name=""/>
        <dsp:cNvSpPr/>
      </dsp:nvSpPr>
      <dsp:spPr>
        <a:xfrm>
          <a:off x="90446" y="4709765"/>
          <a:ext cx="207037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kern="1200" dirty="0"/>
            <a:t>Optimum of using time .</a:t>
          </a:r>
        </a:p>
      </dsp:txBody>
      <dsp:txXfrm>
        <a:off x="90446" y="4709765"/>
        <a:ext cx="2070370" cy="720000"/>
      </dsp:txXfrm>
    </dsp:sp>
    <dsp:sp modelId="{5C4D18B0-8D03-440B-92FC-57529F7F77BF}">
      <dsp:nvSpPr>
        <dsp:cNvPr id="0" name=""/>
        <dsp:cNvSpPr/>
      </dsp:nvSpPr>
      <dsp:spPr>
        <a:xfrm>
          <a:off x="2926854" y="3053469"/>
          <a:ext cx="1262925" cy="1262925"/>
        </a:xfrm>
        <a:prstGeom prst="round2DiagRect">
          <a:avLst>
            <a:gd name="adj1" fmla="val 29727"/>
            <a:gd name="adj2" fmla="val 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1B6CBD0-7251-4BF3-9DA4-324C3AF44E13}">
      <dsp:nvSpPr>
        <dsp:cNvPr id="0" name=""/>
        <dsp:cNvSpPr/>
      </dsp:nvSpPr>
      <dsp:spPr>
        <a:xfrm>
          <a:off x="3196002" y="3322617"/>
          <a:ext cx="724629" cy="72462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5705016-1150-4C65-A457-6950E8CEF199}">
      <dsp:nvSpPr>
        <dsp:cNvPr id="0" name=""/>
        <dsp:cNvSpPr/>
      </dsp:nvSpPr>
      <dsp:spPr>
        <a:xfrm>
          <a:off x="2523131" y="4709765"/>
          <a:ext cx="207037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kern="1200" dirty="0"/>
            <a:t>Feeling more responsible . </a:t>
          </a:r>
        </a:p>
      </dsp:txBody>
      <dsp:txXfrm>
        <a:off x="2523131" y="4709765"/>
        <a:ext cx="207037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3D29C0-0D12-4C5F-B339-F50D84292EE5}">
      <dsp:nvSpPr>
        <dsp:cNvPr id="0" name=""/>
        <dsp:cNvSpPr/>
      </dsp:nvSpPr>
      <dsp:spPr>
        <a:xfrm>
          <a:off x="1865899" y="873444"/>
          <a:ext cx="400714" cy="91440"/>
        </a:xfrm>
        <a:custGeom>
          <a:avLst/>
          <a:gdLst/>
          <a:ahLst/>
          <a:cxnLst/>
          <a:rect l="0" t="0" r="0" b="0"/>
          <a:pathLst>
            <a:path>
              <a:moveTo>
                <a:pt x="0" y="53575"/>
              </a:moveTo>
              <a:lnTo>
                <a:pt x="217457" y="53575"/>
              </a:lnTo>
              <a:lnTo>
                <a:pt x="217457" y="45720"/>
              </a:lnTo>
              <a:lnTo>
                <a:pt x="400714" y="45720"/>
              </a:lnTo>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55472" y="917016"/>
        <a:ext cx="21569" cy="4295"/>
      </dsp:txXfrm>
    </dsp:sp>
    <dsp:sp modelId="{5E28FF6D-171C-4433-9BFC-E8D198E95828}">
      <dsp:nvSpPr>
        <dsp:cNvPr id="0" name=""/>
        <dsp:cNvSpPr/>
      </dsp:nvSpPr>
      <dsp:spPr>
        <a:xfrm>
          <a:off x="0" y="366710"/>
          <a:ext cx="1867699" cy="112061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519" tIns="96065" rIns="91519" bIns="96065" numCol="1" spcCol="1270" anchor="ctr" anchorCtr="0">
          <a:noAutofit/>
        </a:bodyPr>
        <a:lstStyle/>
        <a:p>
          <a:pPr marL="0" lvl="0" indent="0" algn="ctr" defTabSz="577850">
            <a:lnSpc>
              <a:spcPct val="90000"/>
            </a:lnSpc>
            <a:spcBef>
              <a:spcPct val="0"/>
            </a:spcBef>
            <a:spcAft>
              <a:spcPct val="35000"/>
            </a:spcAft>
            <a:buNone/>
          </a:pPr>
          <a:r>
            <a:rPr lang="en-US" sz="1300" kern="1200" dirty="0"/>
            <a:t>Introduction to HTML: Basic structure, tags, and attributes.</a:t>
          </a:r>
        </a:p>
      </dsp:txBody>
      <dsp:txXfrm>
        <a:off x="0" y="366710"/>
        <a:ext cx="1867699" cy="1120619"/>
      </dsp:txXfrm>
    </dsp:sp>
    <dsp:sp modelId="{095954A2-5A3B-41FC-9DF5-215BFAD7224B}">
      <dsp:nvSpPr>
        <dsp:cNvPr id="0" name=""/>
        <dsp:cNvSpPr/>
      </dsp:nvSpPr>
      <dsp:spPr>
        <a:xfrm>
          <a:off x="4164914" y="873444"/>
          <a:ext cx="398970" cy="91440"/>
        </a:xfrm>
        <a:custGeom>
          <a:avLst/>
          <a:gdLst/>
          <a:ahLst/>
          <a:cxnLst/>
          <a:rect l="0" t="0" r="0" b="0"/>
          <a:pathLst>
            <a:path>
              <a:moveTo>
                <a:pt x="0" y="45720"/>
              </a:moveTo>
              <a:lnTo>
                <a:pt x="398970" y="45720"/>
              </a:lnTo>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353660" y="917016"/>
        <a:ext cx="21478" cy="4295"/>
      </dsp:txXfrm>
    </dsp:sp>
    <dsp:sp modelId="{BE0A227B-B3F3-4D5A-A2EC-0F6674B9AF48}">
      <dsp:nvSpPr>
        <dsp:cNvPr id="0" name=""/>
        <dsp:cNvSpPr/>
      </dsp:nvSpPr>
      <dsp:spPr>
        <a:xfrm>
          <a:off x="2299014" y="358854"/>
          <a:ext cx="1867699" cy="112061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519" tIns="96065" rIns="91519" bIns="96065" numCol="1" spcCol="1270" anchor="ctr" anchorCtr="0">
          <a:noAutofit/>
        </a:bodyPr>
        <a:lstStyle/>
        <a:p>
          <a:pPr marL="0" lvl="0" indent="0" algn="ctr" defTabSz="577850">
            <a:lnSpc>
              <a:spcPct val="90000"/>
            </a:lnSpc>
            <a:spcBef>
              <a:spcPct val="0"/>
            </a:spcBef>
            <a:spcAft>
              <a:spcPct val="35000"/>
            </a:spcAft>
            <a:buNone/>
          </a:pPr>
          <a:r>
            <a:rPr lang="en-US" sz="1300" kern="1200" dirty="0"/>
            <a:t>Introduction to CSS: Selectors, properties, and basic styling.</a:t>
          </a:r>
        </a:p>
      </dsp:txBody>
      <dsp:txXfrm>
        <a:off x="2299014" y="358854"/>
        <a:ext cx="1867699" cy="1120619"/>
      </dsp:txXfrm>
    </dsp:sp>
    <dsp:sp modelId="{FA43E65A-67DA-4CB7-AFD7-816ACF833ADB}">
      <dsp:nvSpPr>
        <dsp:cNvPr id="0" name=""/>
        <dsp:cNvSpPr/>
      </dsp:nvSpPr>
      <dsp:spPr>
        <a:xfrm>
          <a:off x="6462185" y="873444"/>
          <a:ext cx="398970" cy="91440"/>
        </a:xfrm>
        <a:custGeom>
          <a:avLst/>
          <a:gdLst/>
          <a:ahLst/>
          <a:cxnLst/>
          <a:rect l="0" t="0" r="0" b="0"/>
          <a:pathLst>
            <a:path>
              <a:moveTo>
                <a:pt x="0" y="45720"/>
              </a:moveTo>
              <a:lnTo>
                <a:pt x="398970" y="45720"/>
              </a:lnTo>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650931" y="917016"/>
        <a:ext cx="21478" cy="4295"/>
      </dsp:txXfrm>
    </dsp:sp>
    <dsp:sp modelId="{0A83944E-7795-4C52-8AB7-A89F270B65F7}">
      <dsp:nvSpPr>
        <dsp:cNvPr id="0" name=""/>
        <dsp:cNvSpPr/>
      </dsp:nvSpPr>
      <dsp:spPr>
        <a:xfrm>
          <a:off x="4596285" y="358854"/>
          <a:ext cx="1867699" cy="112061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519" tIns="96065" rIns="91519" bIns="96065" numCol="1" spcCol="1270" anchor="ctr" anchorCtr="0">
          <a:noAutofit/>
        </a:bodyPr>
        <a:lstStyle/>
        <a:p>
          <a:pPr marL="0" lvl="0" indent="0" algn="ctr" defTabSz="577850">
            <a:lnSpc>
              <a:spcPct val="90000"/>
            </a:lnSpc>
            <a:spcBef>
              <a:spcPct val="0"/>
            </a:spcBef>
            <a:spcAft>
              <a:spcPct val="35000"/>
            </a:spcAft>
            <a:buNone/>
          </a:pPr>
          <a:r>
            <a:rPr lang="en-US" sz="1300" kern="1200" dirty="0"/>
            <a:t>Intermediate CSS: Box model, positioning, and responsive design.</a:t>
          </a:r>
        </a:p>
      </dsp:txBody>
      <dsp:txXfrm>
        <a:off x="4596285" y="358854"/>
        <a:ext cx="1867699" cy="1120619"/>
      </dsp:txXfrm>
    </dsp:sp>
    <dsp:sp modelId="{02600C79-7583-4835-956D-045E2BD174A3}">
      <dsp:nvSpPr>
        <dsp:cNvPr id="0" name=""/>
        <dsp:cNvSpPr/>
      </dsp:nvSpPr>
      <dsp:spPr>
        <a:xfrm>
          <a:off x="935593" y="1477674"/>
          <a:ext cx="6891812" cy="398970"/>
        </a:xfrm>
        <a:custGeom>
          <a:avLst/>
          <a:gdLst/>
          <a:ahLst/>
          <a:cxnLst/>
          <a:rect l="0" t="0" r="0" b="0"/>
          <a:pathLst>
            <a:path>
              <a:moveTo>
                <a:pt x="6891812" y="0"/>
              </a:moveTo>
              <a:lnTo>
                <a:pt x="6891812" y="216585"/>
              </a:lnTo>
              <a:lnTo>
                <a:pt x="0" y="216585"/>
              </a:lnTo>
              <a:lnTo>
                <a:pt x="0" y="398970"/>
              </a:lnTo>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208870" y="1675012"/>
        <a:ext cx="345259" cy="4295"/>
      </dsp:txXfrm>
    </dsp:sp>
    <dsp:sp modelId="{E9898209-AAFE-4DA3-A1A9-B15882CEAAA1}">
      <dsp:nvSpPr>
        <dsp:cNvPr id="0" name=""/>
        <dsp:cNvSpPr/>
      </dsp:nvSpPr>
      <dsp:spPr>
        <a:xfrm>
          <a:off x="6893556" y="358854"/>
          <a:ext cx="1867699" cy="112061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519" tIns="96065" rIns="91519" bIns="96065" numCol="1" spcCol="1270" anchor="ctr" anchorCtr="0">
          <a:noAutofit/>
        </a:bodyPr>
        <a:lstStyle/>
        <a:p>
          <a:pPr marL="0" lvl="0" indent="0" algn="ctr" defTabSz="577850">
            <a:lnSpc>
              <a:spcPct val="90000"/>
            </a:lnSpc>
            <a:spcBef>
              <a:spcPct val="0"/>
            </a:spcBef>
            <a:spcAft>
              <a:spcPct val="35000"/>
            </a:spcAft>
            <a:buNone/>
          </a:pPr>
          <a:r>
            <a:rPr lang="en-US" sz="1300" kern="1200" dirty="0"/>
            <a:t>Introduction to JavaScript: Variables, data types, functions, and DOM manipulation.</a:t>
          </a:r>
        </a:p>
      </dsp:txBody>
      <dsp:txXfrm>
        <a:off x="6893556" y="358854"/>
        <a:ext cx="1867699" cy="1120619"/>
      </dsp:txXfrm>
    </dsp:sp>
    <dsp:sp modelId="{04DB7A9A-C968-49B2-9B31-E11464484B10}">
      <dsp:nvSpPr>
        <dsp:cNvPr id="0" name=""/>
        <dsp:cNvSpPr/>
      </dsp:nvSpPr>
      <dsp:spPr>
        <a:xfrm>
          <a:off x="1867643" y="2423635"/>
          <a:ext cx="398970" cy="91440"/>
        </a:xfrm>
        <a:custGeom>
          <a:avLst/>
          <a:gdLst/>
          <a:ahLst/>
          <a:cxnLst/>
          <a:rect l="0" t="0" r="0" b="0"/>
          <a:pathLst>
            <a:path>
              <a:moveTo>
                <a:pt x="0" y="45720"/>
              </a:moveTo>
              <a:lnTo>
                <a:pt x="398970" y="45720"/>
              </a:lnTo>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56389" y="2467207"/>
        <a:ext cx="21478" cy="4295"/>
      </dsp:txXfrm>
    </dsp:sp>
    <dsp:sp modelId="{81E1F3DE-38A0-4DFE-B576-557EA27ED1D0}">
      <dsp:nvSpPr>
        <dsp:cNvPr id="0" name=""/>
        <dsp:cNvSpPr/>
      </dsp:nvSpPr>
      <dsp:spPr>
        <a:xfrm>
          <a:off x="1743" y="1909045"/>
          <a:ext cx="1867699" cy="112061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519" tIns="96065" rIns="91519" bIns="96065" numCol="1" spcCol="1270" anchor="ctr" anchorCtr="0">
          <a:noAutofit/>
        </a:bodyPr>
        <a:lstStyle/>
        <a:p>
          <a:pPr marL="0" lvl="0" indent="0" algn="ctr" defTabSz="577850">
            <a:lnSpc>
              <a:spcPct val="90000"/>
            </a:lnSpc>
            <a:spcBef>
              <a:spcPct val="0"/>
            </a:spcBef>
            <a:spcAft>
              <a:spcPct val="35000"/>
            </a:spcAft>
            <a:buNone/>
          </a:pPr>
          <a:r>
            <a:rPr lang="en-US" sz="1300" kern="1200" dirty="0"/>
            <a:t>Advanced JavaScript: Objects, arrays, loops, and conditional statements.</a:t>
          </a:r>
        </a:p>
      </dsp:txBody>
      <dsp:txXfrm>
        <a:off x="1743" y="1909045"/>
        <a:ext cx="1867699" cy="1120619"/>
      </dsp:txXfrm>
    </dsp:sp>
    <dsp:sp modelId="{CBB39DEC-D6BC-4DEE-9557-5B9F6031D97B}">
      <dsp:nvSpPr>
        <dsp:cNvPr id="0" name=""/>
        <dsp:cNvSpPr/>
      </dsp:nvSpPr>
      <dsp:spPr>
        <a:xfrm>
          <a:off x="4164914" y="2423635"/>
          <a:ext cx="398970" cy="91440"/>
        </a:xfrm>
        <a:custGeom>
          <a:avLst/>
          <a:gdLst/>
          <a:ahLst/>
          <a:cxnLst/>
          <a:rect l="0" t="0" r="0" b="0"/>
          <a:pathLst>
            <a:path>
              <a:moveTo>
                <a:pt x="0" y="45720"/>
              </a:moveTo>
              <a:lnTo>
                <a:pt x="398970" y="45720"/>
              </a:lnTo>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353660" y="2467207"/>
        <a:ext cx="21478" cy="4295"/>
      </dsp:txXfrm>
    </dsp:sp>
    <dsp:sp modelId="{40F3288E-963B-4B47-A3D2-00E42893183D}">
      <dsp:nvSpPr>
        <dsp:cNvPr id="0" name=""/>
        <dsp:cNvSpPr/>
      </dsp:nvSpPr>
      <dsp:spPr>
        <a:xfrm>
          <a:off x="2299014" y="1909045"/>
          <a:ext cx="1867699" cy="112061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519" tIns="96065" rIns="91519" bIns="96065" numCol="1" spcCol="1270" anchor="ctr" anchorCtr="0">
          <a:noAutofit/>
        </a:bodyPr>
        <a:lstStyle/>
        <a:p>
          <a:pPr marL="0" lvl="0" indent="0" algn="ctr" defTabSz="577850">
            <a:lnSpc>
              <a:spcPct val="90000"/>
            </a:lnSpc>
            <a:spcBef>
              <a:spcPct val="0"/>
            </a:spcBef>
            <a:spcAft>
              <a:spcPct val="35000"/>
            </a:spcAft>
            <a:buNone/>
          </a:pPr>
          <a:r>
            <a:rPr lang="en-US" sz="1300" kern="1200" dirty="0"/>
            <a:t>Introduction to React: Components, JSX, state, and props.</a:t>
          </a:r>
        </a:p>
      </dsp:txBody>
      <dsp:txXfrm>
        <a:off x="2299014" y="1909045"/>
        <a:ext cx="1867699" cy="1120619"/>
      </dsp:txXfrm>
    </dsp:sp>
    <dsp:sp modelId="{473326CF-772B-48E5-BDE6-9CB220744FF8}">
      <dsp:nvSpPr>
        <dsp:cNvPr id="0" name=""/>
        <dsp:cNvSpPr/>
      </dsp:nvSpPr>
      <dsp:spPr>
        <a:xfrm>
          <a:off x="6462185" y="2423635"/>
          <a:ext cx="398970" cy="91440"/>
        </a:xfrm>
        <a:custGeom>
          <a:avLst/>
          <a:gdLst/>
          <a:ahLst/>
          <a:cxnLst/>
          <a:rect l="0" t="0" r="0" b="0"/>
          <a:pathLst>
            <a:path>
              <a:moveTo>
                <a:pt x="0" y="45720"/>
              </a:moveTo>
              <a:lnTo>
                <a:pt x="398970" y="45720"/>
              </a:lnTo>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650931" y="2467207"/>
        <a:ext cx="21478" cy="4295"/>
      </dsp:txXfrm>
    </dsp:sp>
    <dsp:sp modelId="{1FA184E3-48BA-4A1D-9640-35DAC19BD10E}">
      <dsp:nvSpPr>
        <dsp:cNvPr id="0" name=""/>
        <dsp:cNvSpPr/>
      </dsp:nvSpPr>
      <dsp:spPr>
        <a:xfrm>
          <a:off x="4596285" y="1909045"/>
          <a:ext cx="1867699" cy="112061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519" tIns="96065" rIns="91519" bIns="96065" numCol="1" spcCol="1270" anchor="ctr" anchorCtr="0">
          <a:noAutofit/>
        </a:bodyPr>
        <a:lstStyle/>
        <a:p>
          <a:pPr marL="0" lvl="0" indent="0" algn="ctr" defTabSz="577850">
            <a:lnSpc>
              <a:spcPct val="90000"/>
            </a:lnSpc>
            <a:spcBef>
              <a:spcPct val="0"/>
            </a:spcBef>
            <a:spcAft>
              <a:spcPct val="35000"/>
            </a:spcAft>
            <a:buNone/>
          </a:pPr>
          <a:r>
            <a:rPr lang="en-US" sz="1300" kern="1200" dirty="0"/>
            <a:t>React Router: Routing and navigation in React applications.</a:t>
          </a:r>
        </a:p>
      </dsp:txBody>
      <dsp:txXfrm>
        <a:off x="4596285" y="1909045"/>
        <a:ext cx="1867699" cy="1120619"/>
      </dsp:txXfrm>
    </dsp:sp>
    <dsp:sp modelId="{6F0D9989-7245-47B6-86C1-3A9F44B6E721}">
      <dsp:nvSpPr>
        <dsp:cNvPr id="0" name=""/>
        <dsp:cNvSpPr/>
      </dsp:nvSpPr>
      <dsp:spPr>
        <a:xfrm>
          <a:off x="935593" y="3027865"/>
          <a:ext cx="6891812" cy="398970"/>
        </a:xfrm>
        <a:custGeom>
          <a:avLst/>
          <a:gdLst/>
          <a:ahLst/>
          <a:cxnLst/>
          <a:rect l="0" t="0" r="0" b="0"/>
          <a:pathLst>
            <a:path>
              <a:moveTo>
                <a:pt x="6891812" y="0"/>
              </a:moveTo>
              <a:lnTo>
                <a:pt x="6891812" y="216585"/>
              </a:lnTo>
              <a:lnTo>
                <a:pt x="0" y="216585"/>
              </a:lnTo>
              <a:lnTo>
                <a:pt x="0" y="398970"/>
              </a:lnTo>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208870" y="3225203"/>
        <a:ext cx="345259" cy="4295"/>
      </dsp:txXfrm>
    </dsp:sp>
    <dsp:sp modelId="{D7750C13-4B4E-47F4-8835-B5E67B29749D}">
      <dsp:nvSpPr>
        <dsp:cNvPr id="0" name=""/>
        <dsp:cNvSpPr/>
      </dsp:nvSpPr>
      <dsp:spPr>
        <a:xfrm>
          <a:off x="6893556" y="1909045"/>
          <a:ext cx="1867699" cy="112061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519" tIns="96065" rIns="91519" bIns="96065" numCol="1" spcCol="1270" anchor="ctr" anchorCtr="0">
          <a:noAutofit/>
        </a:bodyPr>
        <a:lstStyle/>
        <a:p>
          <a:pPr marL="0" lvl="0" indent="0" algn="ctr" defTabSz="577850">
            <a:lnSpc>
              <a:spcPct val="90000"/>
            </a:lnSpc>
            <a:spcBef>
              <a:spcPct val="0"/>
            </a:spcBef>
            <a:spcAft>
              <a:spcPct val="35000"/>
            </a:spcAft>
            <a:buNone/>
          </a:pPr>
          <a:r>
            <a:rPr lang="en-US" sz="1300" kern="1200" dirty="0"/>
            <a:t>Styling in React: CSS-in-JS libraries, such as styled-components or CSS modules.</a:t>
          </a:r>
        </a:p>
      </dsp:txBody>
      <dsp:txXfrm>
        <a:off x="6893556" y="1909045"/>
        <a:ext cx="1867699" cy="1120619"/>
      </dsp:txXfrm>
    </dsp:sp>
    <dsp:sp modelId="{94B13227-58EC-4EF8-B148-01B429A6A54D}">
      <dsp:nvSpPr>
        <dsp:cNvPr id="0" name=""/>
        <dsp:cNvSpPr/>
      </dsp:nvSpPr>
      <dsp:spPr>
        <a:xfrm>
          <a:off x="1867643" y="3973826"/>
          <a:ext cx="398970" cy="91440"/>
        </a:xfrm>
        <a:custGeom>
          <a:avLst/>
          <a:gdLst/>
          <a:ahLst/>
          <a:cxnLst/>
          <a:rect l="0" t="0" r="0" b="0"/>
          <a:pathLst>
            <a:path>
              <a:moveTo>
                <a:pt x="0" y="45720"/>
              </a:moveTo>
              <a:lnTo>
                <a:pt x="398970" y="45720"/>
              </a:lnTo>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56389" y="4017398"/>
        <a:ext cx="21478" cy="4295"/>
      </dsp:txXfrm>
    </dsp:sp>
    <dsp:sp modelId="{44FA75CE-866D-48FF-ABEF-CCC95F839955}">
      <dsp:nvSpPr>
        <dsp:cNvPr id="0" name=""/>
        <dsp:cNvSpPr/>
      </dsp:nvSpPr>
      <dsp:spPr>
        <a:xfrm>
          <a:off x="1743" y="3459236"/>
          <a:ext cx="1867699" cy="112061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519" tIns="96065" rIns="91519" bIns="96065" numCol="1" spcCol="1270" anchor="ctr" anchorCtr="0">
          <a:noAutofit/>
        </a:bodyPr>
        <a:lstStyle/>
        <a:p>
          <a:pPr marL="0" lvl="0" indent="0" algn="ctr" defTabSz="577850">
            <a:lnSpc>
              <a:spcPct val="90000"/>
            </a:lnSpc>
            <a:spcBef>
              <a:spcPct val="0"/>
            </a:spcBef>
            <a:spcAft>
              <a:spcPct val="35000"/>
            </a:spcAft>
            <a:buNone/>
          </a:pPr>
          <a:r>
            <a:rPr lang="en-US" sz="1300" kern="1200" dirty="0"/>
            <a:t>Introduction to Databases: Relational and non-relational databases, SQL, and NoSQL.</a:t>
          </a:r>
        </a:p>
      </dsp:txBody>
      <dsp:txXfrm>
        <a:off x="1743" y="3459236"/>
        <a:ext cx="1867699" cy="1120619"/>
      </dsp:txXfrm>
    </dsp:sp>
    <dsp:sp modelId="{F440FD1A-AB70-4402-9D12-214250BFFD22}">
      <dsp:nvSpPr>
        <dsp:cNvPr id="0" name=""/>
        <dsp:cNvSpPr/>
      </dsp:nvSpPr>
      <dsp:spPr>
        <a:xfrm>
          <a:off x="4164914" y="3973826"/>
          <a:ext cx="398970" cy="91440"/>
        </a:xfrm>
        <a:custGeom>
          <a:avLst/>
          <a:gdLst/>
          <a:ahLst/>
          <a:cxnLst/>
          <a:rect l="0" t="0" r="0" b="0"/>
          <a:pathLst>
            <a:path>
              <a:moveTo>
                <a:pt x="0" y="45720"/>
              </a:moveTo>
              <a:lnTo>
                <a:pt x="398970" y="45720"/>
              </a:lnTo>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353660" y="4017398"/>
        <a:ext cx="21478" cy="4295"/>
      </dsp:txXfrm>
    </dsp:sp>
    <dsp:sp modelId="{1C9C3D3A-D592-4B4E-A677-7D05B10714C6}">
      <dsp:nvSpPr>
        <dsp:cNvPr id="0" name=""/>
        <dsp:cNvSpPr/>
      </dsp:nvSpPr>
      <dsp:spPr>
        <a:xfrm>
          <a:off x="2299014" y="3459236"/>
          <a:ext cx="1867699" cy="112061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519" tIns="96065" rIns="91519" bIns="96065" numCol="1" spcCol="1270" anchor="ctr" anchorCtr="0">
          <a:noAutofit/>
        </a:bodyPr>
        <a:lstStyle/>
        <a:p>
          <a:pPr marL="0" lvl="0" indent="0" algn="ctr" defTabSz="577850">
            <a:lnSpc>
              <a:spcPct val="90000"/>
            </a:lnSpc>
            <a:spcBef>
              <a:spcPct val="0"/>
            </a:spcBef>
            <a:spcAft>
              <a:spcPct val="35000"/>
            </a:spcAft>
            <a:buNone/>
          </a:pPr>
          <a:r>
            <a:rPr lang="en-US" sz="1300" kern="1200" dirty="0"/>
            <a:t>Back-End Development with ASP.NET: Setting up the development environment and creating routes.</a:t>
          </a:r>
        </a:p>
      </dsp:txBody>
      <dsp:txXfrm>
        <a:off x="2299014" y="3459236"/>
        <a:ext cx="1867699" cy="1120619"/>
      </dsp:txXfrm>
    </dsp:sp>
    <dsp:sp modelId="{C4D01434-C152-47E4-9BD9-95CB125AD2A6}">
      <dsp:nvSpPr>
        <dsp:cNvPr id="0" name=""/>
        <dsp:cNvSpPr/>
      </dsp:nvSpPr>
      <dsp:spPr>
        <a:xfrm>
          <a:off x="4596285" y="3459236"/>
          <a:ext cx="1867699" cy="112061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519" tIns="96065" rIns="91519" bIns="96065" numCol="1" spcCol="1270" anchor="ctr" anchorCtr="0">
          <a:noAutofit/>
        </a:bodyPr>
        <a:lstStyle/>
        <a:p>
          <a:pPr marL="0" lvl="0" indent="0" algn="ctr" defTabSz="577850">
            <a:lnSpc>
              <a:spcPct val="90000"/>
            </a:lnSpc>
            <a:spcBef>
              <a:spcPct val="0"/>
            </a:spcBef>
            <a:spcAft>
              <a:spcPct val="35000"/>
            </a:spcAft>
            <a:buNone/>
          </a:pPr>
          <a:r>
            <a:rPr lang="en-US" sz="1300" kern="1200" dirty="0"/>
            <a:t>Authentication and Authorization: Concepts and implementation in web applications.</a:t>
          </a:r>
        </a:p>
      </dsp:txBody>
      <dsp:txXfrm>
        <a:off x="4596285" y="3459236"/>
        <a:ext cx="1867699" cy="1120619"/>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50443" y="0"/>
            <a:ext cx="2945659" cy="496411"/>
          </a:xfrm>
          <a:prstGeom prst="rect">
            <a:avLst/>
          </a:prstGeom>
        </p:spPr>
        <p:txBody>
          <a:bodyPr vert="horz" lIns="91440" tIns="45720" rIns="91440" bIns="45720" rtlCol="0"/>
          <a:lstStyle>
            <a:lvl1pPr algn="r">
              <a:defRPr sz="1200"/>
            </a:lvl1pPr>
          </a:lstStyle>
          <a:p>
            <a:fld id="{20E210BA-FCEB-40FA-9ADF-15A7079D2786}" type="datetimeFigureOut">
              <a:rPr lang="en-US" smtClean="0"/>
              <a:pPr/>
              <a:t>8/23/2023</a:t>
            </a:fld>
            <a:endParaRPr lang="en-US"/>
          </a:p>
        </p:txBody>
      </p:sp>
      <p:sp>
        <p:nvSpPr>
          <p:cNvPr id="4" name="Footer Placeholder 3"/>
          <p:cNvSpPr>
            <a:spLocks noGrp="1"/>
          </p:cNvSpPr>
          <p:nvPr>
            <p:ph type="ftr" sz="quarter" idx="2"/>
          </p:nvPr>
        </p:nvSpPr>
        <p:spPr>
          <a:xfrm>
            <a:off x="0" y="9430091"/>
            <a:ext cx="2945659" cy="496411"/>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50443" y="9430091"/>
            <a:ext cx="2945659" cy="496411"/>
          </a:xfrm>
          <a:prstGeom prst="rect">
            <a:avLst/>
          </a:prstGeom>
        </p:spPr>
        <p:txBody>
          <a:bodyPr vert="horz" lIns="91440" tIns="45720" rIns="91440" bIns="45720" rtlCol="0" anchor="b"/>
          <a:lstStyle>
            <a:lvl1pPr algn="r">
              <a:defRPr sz="1200"/>
            </a:lvl1pPr>
          </a:lstStyle>
          <a:p>
            <a:fld id="{13DBE95A-5C53-4248-A633-A6557C6FC97F}" type="slidenum">
              <a:rPr lang="en-US" smtClean="0"/>
              <a:pPr/>
              <a:t>‹#›</a:t>
            </a:fld>
            <a:endParaRPr lang="en-US"/>
          </a:p>
        </p:txBody>
      </p:sp>
    </p:spTree>
    <p:extLst>
      <p:ext uri="{BB962C8B-B14F-4D97-AF65-F5344CB8AC3E}">
        <p14:creationId xmlns:p14="http://schemas.microsoft.com/office/powerpoint/2010/main" val="39115153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6411"/>
          </a:xfrm>
          <a:prstGeom prst="rect">
            <a:avLst/>
          </a:prstGeom>
        </p:spPr>
        <p:txBody>
          <a:bodyPr vert="horz" lIns="91440" tIns="45720" rIns="91440" bIns="45720" rtlCol="0"/>
          <a:lstStyle>
            <a:lvl1pPr algn="r">
              <a:defRPr sz="1200"/>
            </a:lvl1pPr>
          </a:lstStyle>
          <a:p>
            <a:fld id="{A3E52E4F-A969-4A10-8180-EF0EF5EA4454}" type="datetimeFigureOut">
              <a:rPr lang="en-US" smtClean="0"/>
              <a:pPr/>
              <a:t>8/23/2023</a:t>
            </a:fld>
            <a:endParaRPr lang="en-US"/>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15907"/>
            <a:ext cx="5438140" cy="44677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30091"/>
            <a:ext cx="2945659" cy="496411"/>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30091"/>
            <a:ext cx="2945659" cy="496411"/>
          </a:xfrm>
          <a:prstGeom prst="rect">
            <a:avLst/>
          </a:prstGeom>
        </p:spPr>
        <p:txBody>
          <a:bodyPr vert="horz" lIns="91440" tIns="45720" rIns="91440" bIns="45720" rtlCol="0" anchor="b"/>
          <a:lstStyle>
            <a:lvl1pPr algn="r">
              <a:defRPr sz="1200"/>
            </a:lvl1pPr>
          </a:lstStyle>
          <a:p>
            <a:fld id="{F2276F8C-2784-45C7-B465-A759D192FA24}" type="slidenum">
              <a:rPr lang="en-US" smtClean="0"/>
              <a:pPr/>
              <a:t>‹#›</a:t>
            </a:fld>
            <a:endParaRPr lang="en-US"/>
          </a:p>
        </p:txBody>
      </p:sp>
    </p:spTree>
    <p:extLst>
      <p:ext uri="{BB962C8B-B14F-4D97-AF65-F5344CB8AC3E}">
        <p14:creationId xmlns:p14="http://schemas.microsoft.com/office/powerpoint/2010/main" val="11020959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492E178-0D8C-44F5-93E3-F9FFF6A3FB3D}" type="slidenum">
              <a:rPr lang="en-US" smtClean="0"/>
              <a:pPr/>
              <a:t>3</a:t>
            </a:fld>
            <a:endParaRPr lang="en-US"/>
          </a:p>
        </p:txBody>
      </p:sp>
    </p:spTree>
    <p:extLst>
      <p:ext uri="{BB962C8B-B14F-4D97-AF65-F5344CB8AC3E}">
        <p14:creationId xmlns:p14="http://schemas.microsoft.com/office/powerpoint/2010/main" val="6633365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492E178-0D8C-44F5-93E3-F9FFF6A3FB3D}" type="slidenum">
              <a:rPr lang="en-US" smtClean="0"/>
              <a:pPr/>
              <a:t>4</a:t>
            </a:fld>
            <a:endParaRPr lang="en-US"/>
          </a:p>
        </p:txBody>
      </p:sp>
    </p:spTree>
    <p:extLst>
      <p:ext uri="{BB962C8B-B14F-4D97-AF65-F5344CB8AC3E}">
        <p14:creationId xmlns:p14="http://schemas.microsoft.com/office/powerpoint/2010/main" val="11241209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F21D7-0305-E467-7130-38E0B85BE418}"/>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A674A050-3589-3916-0589-524901E8FFE4}"/>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4C2CC397-F06D-8DDA-25F7-AD9C96FA41BA}"/>
              </a:ext>
            </a:extLst>
          </p:cNvPr>
          <p:cNvSpPr>
            <a:spLocks noGrp="1"/>
          </p:cNvSpPr>
          <p:nvPr>
            <p:ph type="dt" sz="half" idx="10"/>
          </p:nvPr>
        </p:nvSpPr>
        <p:spPr/>
        <p:txBody>
          <a:bodyPr/>
          <a:lstStyle/>
          <a:p>
            <a:fld id="{444FA04C-D7CF-4861-95F0-3F5ACF508755}" type="datetimeFigureOut">
              <a:rPr lang="en-US" smtClean="0"/>
              <a:t>8/23/2023</a:t>
            </a:fld>
            <a:endParaRPr lang="en-US" dirty="0"/>
          </a:p>
        </p:txBody>
      </p:sp>
      <p:sp>
        <p:nvSpPr>
          <p:cNvPr id="5" name="Footer Placeholder 4">
            <a:extLst>
              <a:ext uri="{FF2B5EF4-FFF2-40B4-BE49-F238E27FC236}">
                <a16:creationId xmlns:a16="http://schemas.microsoft.com/office/drawing/2014/main" id="{244D935F-02F7-77CA-1F21-385246AFA0E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3BAD203-C54F-B0A0-1933-10E87A4BB6CE}"/>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955642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64D32-28F0-13D1-C603-A5E7CA00B4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C85838-008D-7038-4C75-A0BB0A2059A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736EEF-D143-F61E-C4B0-33BCFF2F4466}"/>
              </a:ext>
            </a:extLst>
          </p:cNvPr>
          <p:cNvSpPr>
            <a:spLocks noGrp="1"/>
          </p:cNvSpPr>
          <p:nvPr>
            <p:ph type="dt" sz="half" idx="10"/>
          </p:nvPr>
        </p:nvSpPr>
        <p:spPr/>
        <p:txBody>
          <a:bodyPr/>
          <a:lstStyle/>
          <a:p>
            <a:fld id="{0D6BC42F-EA91-460E-9436-9A6C9B1CB0C6}" type="datetimeFigureOut">
              <a:rPr lang="en-US" smtClean="0"/>
              <a:t>8/23/2023</a:t>
            </a:fld>
            <a:endParaRPr lang="en-US" dirty="0"/>
          </a:p>
        </p:txBody>
      </p:sp>
      <p:sp>
        <p:nvSpPr>
          <p:cNvPr id="5" name="Footer Placeholder 4">
            <a:extLst>
              <a:ext uri="{FF2B5EF4-FFF2-40B4-BE49-F238E27FC236}">
                <a16:creationId xmlns:a16="http://schemas.microsoft.com/office/drawing/2014/main" id="{D46040A1-0070-4118-0E91-BAE99398485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CACCE1A-D07E-450D-3DDE-B539AEA414E6}"/>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946695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54696-AF55-6C91-CE38-364019F3C4CB}"/>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1D494C91-7519-1578-40BE-32FF3E305592}"/>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641464D-CE15-4733-131F-ECFAD11C16D2}"/>
              </a:ext>
            </a:extLst>
          </p:cNvPr>
          <p:cNvSpPr>
            <a:spLocks noGrp="1"/>
          </p:cNvSpPr>
          <p:nvPr>
            <p:ph type="dt" sz="half" idx="10"/>
          </p:nvPr>
        </p:nvSpPr>
        <p:spPr/>
        <p:txBody>
          <a:bodyPr/>
          <a:lstStyle/>
          <a:p>
            <a:fld id="{823D4350-0632-4F67-B357-AFC21C62564D}" type="datetimeFigureOut">
              <a:rPr lang="en-US" smtClean="0"/>
              <a:t>8/23/2023</a:t>
            </a:fld>
            <a:endParaRPr lang="en-US" dirty="0"/>
          </a:p>
        </p:txBody>
      </p:sp>
      <p:sp>
        <p:nvSpPr>
          <p:cNvPr id="5" name="Footer Placeholder 4">
            <a:extLst>
              <a:ext uri="{FF2B5EF4-FFF2-40B4-BE49-F238E27FC236}">
                <a16:creationId xmlns:a16="http://schemas.microsoft.com/office/drawing/2014/main" id="{FD257564-46E2-F37E-AE64-327044FFDA6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7FDC026-6784-ED80-83DF-F30208C0D0AE}"/>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045536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9A529-8812-6691-63B5-083D0FD805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6624707-F39B-FA51-6956-3987D8877E2F}"/>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5B003EF-295B-1B01-9E92-A5AB7F81DF9F}"/>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5DBA68A-D1B9-70E0-6712-D124867D7028}"/>
              </a:ext>
            </a:extLst>
          </p:cNvPr>
          <p:cNvSpPr>
            <a:spLocks noGrp="1"/>
          </p:cNvSpPr>
          <p:nvPr>
            <p:ph type="dt" sz="half" idx="10"/>
          </p:nvPr>
        </p:nvSpPr>
        <p:spPr/>
        <p:txBody>
          <a:bodyPr/>
          <a:lstStyle/>
          <a:p>
            <a:fld id="{87F31A35-803D-44FA-BA88-E6B5FB347587}" type="datetimeFigureOut">
              <a:rPr lang="en-US" smtClean="0"/>
              <a:t>8/23/2023</a:t>
            </a:fld>
            <a:endParaRPr lang="en-US" dirty="0"/>
          </a:p>
        </p:txBody>
      </p:sp>
      <p:sp>
        <p:nvSpPr>
          <p:cNvPr id="6" name="Footer Placeholder 5">
            <a:extLst>
              <a:ext uri="{FF2B5EF4-FFF2-40B4-BE49-F238E27FC236}">
                <a16:creationId xmlns:a16="http://schemas.microsoft.com/office/drawing/2014/main" id="{1E89A721-9E76-3D7C-409D-287A6C09FCE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368D44F-CA3E-AB23-AF51-18B00269D1F9}"/>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717255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154EA-9D90-3F32-06A8-2EAB3B9F3497}"/>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34736AA-188E-8C30-D037-4DAC3D0FBBF7}"/>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934BC4AA-5DA7-F024-0B81-390DEA2B6C95}"/>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E4F96F9-38A9-DA87-D1F9-A8F2C47BF157}"/>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27D37464-1179-39B9-B0C2-1F973BA3F8C3}"/>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7A3AF2A-5633-DC17-5B2A-E5D237D3E34D}"/>
              </a:ext>
            </a:extLst>
          </p:cNvPr>
          <p:cNvSpPr>
            <a:spLocks noGrp="1"/>
          </p:cNvSpPr>
          <p:nvPr>
            <p:ph type="dt" sz="half" idx="10"/>
          </p:nvPr>
        </p:nvSpPr>
        <p:spPr/>
        <p:txBody>
          <a:bodyPr/>
          <a:lstStyle/>
          <a:p>
            <a:fld id="{14956CED-B3EE-49D9-9922-CBB48E543356}" type="datetimeFigureOut">
              <a:rPr lang="en-US" smtClean="0"/>
              <a:t>8/23/2023</a:t>
            </a:fld>
            <a:endParaRPr lang="en-US" dirty="0"/>
          </a:p>
        </p:txBody>
      </p:sp>
      <p:sp>
        <p:nvSpPr>
          <p:cNvPr id="8" name="Footer Placeholder 7">
            <a:extLst>
              <a:ext uri="{FF2B5EF4-FFF2-40B4-BE49-F238E27FC236}">
                <a16:creationId xmlns:a16="http://schemas.microsoft.com/office/drawing/2014/main" id="{A53ABD40-C8E2-4E45-5E15-6008E6F836E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78E8D554-DDAE-38E6-5136-06D105F77AD1}"/>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1184789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A6D6B-3568-8659-EABE-3740F645F9B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344DD31-9E6F-B8EC-F6EA-7A8A296DAE17}"/>
              </a:ext>
            </a:extLst>
          </p:cNvPr>
          <p:cNvSpPr>
            <a:spLocks noGrp="1"/>
          </p:cNvSpPr>
          <p:nvPr>
            <p:ph type="dt" sz="half" idx="10"/>
          </p:nvPr>
        </p:nvSpPr>
        <p:spPr/>
        <p:txBody>
          <a:bodyPr/>
          <a:lstStyle/>
          <a:p>
            <a:fld id="{3F9237B0-CC05-45CB-9D8E-44851499E325}" type="datetimeFigureOut">
              <a:rPr lang="en-US" smtClean="0"/>
              <a:t>8/23/2023</a:t>
            </a:fld>
            <a:endParaRPr lang="en-US" dirty="0"/>
          </a:p>
        </p:txBody>
      </p:sp>
      <p:sp>
        <p:nvSpPr>
          <p:cNvPr id="4" name="Footer Placeholder 3">
            <a:extLst>
              <a:ext uri="{FF2B5EF4-FFF2-40B4-BE49-F238E27FC236}">
                <a16:creationId xmlns:a16="http://schemas.microsoft.com/office/drawing/2014/main" id="{4BC2B4A3-EB41-F8C7-7865-EC66A7C3CB1B}"/>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C172A1C-4FC5-0A78-ACD9-AD857C901EA2}"/>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210852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D6D79C-C50E-5F60-B7B6-BDF395D5EA90}"/>
              </a:ext>
            </a:extLst>
          </p:cNvPr>
          <p:cNvSpPr>
            <a:spLocks noGrp="1"/>
          </p:cNvSpPr>
          <p:nvPr>
            <p:ph type="dt" sz="half" idx="10"/>
          </p:nvPr>
        </p:nvSpPr>
        <p:spPr/>
        <p:txBody>
          <a:bodyPr/>
          <a:lstStyle/>
          <a:p>
            <a:fld id="{B7B41777-83B6-4CFA-89A1-52400FB2059F}" type="datetimeFigureOut">
              <a:rPr lang="en-US" smtClean="0"/>
              <a:t>8/23/2023</a:t>
            </a:fld>
            <a:endParaRPr lang="en-US" dirty="0"/>
          </a:p>
        </p:txBody>
      </p:sp>
      <p:sp>
        <p:nvSpPr>
          <p:cNvPr id="3" name="Footer Placeholder 2">
            <a:extLst>
              <a:ext uri="{FF2B5EF4-FFF2-40B4-BE49-F238E27FC236}">
                <a16:creationId xmlns:a16="http://schemas.microsoft.com/office/drawing/2014/main" id="{D6A8EC5C-2F93-CA7E-BDF6-E12EED93B407}"/>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D1FEE7F7-69E4-7EC3-12BD-81FD27B0D43B}"/>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2058343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A574C-A692-2E16-6A88-E7878DE1FCC5}"/>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FF4351B5-F988-F7F0-6436-42BB9F13959B}"/>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8B10559-C1AD-4DCF-0604-ECE0020005A8}"/>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1B9DA967-CC1B-9478-1BDA-9062491F3E35}"/>
              </a:ext>
            </a:extLst>
          </p:cNvPr>
          <p:cNvSpPr>
            <a:spLocks noGrp="1"/>
          </p:cNvSpPr>
          <p:nvPr>
            <p:ph type="dt" sz="half" idx="10"/>
          </p:nvPr>
        </p:nvSpPr>
        <p:spPr/>
        <p:txBody>
          <a:bodyPr/>
          <a:lstStyle/>
          <a:p>
            <a:fld id="{6F6AA2A1-C9A8-42DC-AF5F-29D58FE3A81E}" type="datetimeFigureOut">
              <a:rPr lang="en-US" smtClean="0"/>
              <a:t>8/23/2023</a:t>
            </a:fld>
            <a:endParaRPr lang="en-US" dirty="0"/>
          </a:p>
        </p:txBody>
      </p:sp>
      <p:sp>
        <p:nvSpPr>
          <p:cNvPr id="6" name="Footer Placeholder 5">
            <a:extLst>
              <a:ext uri="{FF2B5EF4-FFF2-40B4-BE49-F238E27FC236}">
                <a16:creationId xmlns:a16="http://schemas.microsoft.com/office/drawing/2014/main" id="{795142E9-4CFA-DFD9-C327-39B1302FA6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6F89496-C244-C0DE-4A00-0B9DF509634E}"/>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4472471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4E1EC-F16C-93A2-12F3-D754D9C368C4}"/>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DDEF465E-DE13-21BC-B05A-BCEBA539E350}"/>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2EE6D93E-B205-2117-4F56-F2968E848EDD}"/>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5895F8A7-9694-5889-10A3-C6044F3CF835}"/>
              </a:ext>
            </a:extLst>
          </p:cNvPr>
          <p:cNvSpPr>
            <a:spLocks noGrp="1"/>
          </p:cNvSpPr>
          <p:nvPr>
            <p:ph type="dt" sz="half" idx="10"/>
          </p:nvPr>
        </p:nvSpPr>
        <p:spPr/>
        <p:txBody>
          <a:bodyPr/>
          <a:lstStyle/>
          <a:p>
            <a:r>
              <a:rPr lang="en-US"/>
              <a:t>20/04/2016</a:t>
            </a:r>
          </a:p>
        </p:txBody>
      </p:sp>
      <p:sp>
        <p:nvSpPr>
          <p:cNvPr id="6" name="Footer Placeholder 5">
            <a:extLst>
              <a:ext uri="{FF2B5EF4-FFF2-40B4-BE49-F238E27FC236}">
                <a16:creationId xmlns:a16="http://schemas.microsoft.com/office/drawing/2014/main" id="{30B2DA4D-906F-2048-2BB0-8051037D53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641AB8-0E4B-8804-3E10-CDE7C0C5749C}"/>
              </a:ext>
            </a:extLst>
          </p:cNvPr>
          <p:cNvSpPr>
            <a:spLocks noGrp="1"/>
          </p:cNvSpPr>
          <p:nvPr>
            <p:ph type="sldNum" sz="quarter" idx="12"/>
          </p:nvPr>
        </p:nvSpPr>
        <p:spPr/>
        <p:txBody>
          <a:bodyPr/>
          <a:lstStyle/>
          <a:p>
            <a:fld id="{7E05F5E1-22EE-4C36-BC92-689A5EB018A2}" type="slidenum">
              <a:rPr lang="en-US" smtClean="0"/>
              <a:pPr/>
              <a:t>‹#›</a:t>
            </a:fld>
            <a:endParaRPr lang="en-US"/>
          </a:p>
        </p:txBody>
      </p:sp>
    </p:spTree>
    <p:extLst>
      <p:ext uri="{BB962C8B-B14F-4D97-AF65-F5344CB8AC3E}">
        <p14:creationId xmlns:p14="http://schemas.microsoft.com/office/powerpoint/2010/main" val="2298841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2E014-F650-57B7-CBF9-C857FE001FF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0C3318C-2306-BE2E-C153-19C019F4971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6ACE40-9F35-D6B9-BB50-7886C7284A6F}"/>
              </a:ext>
            </a:extLst>
          </p:cNvPr>
          <p:cNvSpPr>
            <a:spLocks noGrp="1"/>
          </p:cNvSpPr>
          <p:nvPr>
            <p:ph type="dt" sz="half" idx="10"/>
          </p:nvPr>
        </p:nvSpPr>
        <p:spPr/>
        <p:txBody>
          <a:bodyPr/>
          <a:lstStyle/>
          <a:p>
            <a:fld id="{4B45B24B-F41A-4540-8EEC-C29B4F79802D}" type="datetimeFigureOut">
              <a:rPr lang="en-US" smtClean="0"/>
              <a:t>8/23/2023</a:t>
            </a:fld>
            <a:endParaRPr lang="en-US" dirty="0"/>
          </a:p>
        </p:txBody>
      </p:sp>
      <p:sp>
        <p:nvSpPr>
          <p:cNvPr id="5" name="Footer Placeholder 4">
            <a:extLst>
              <a:ext uri="{FF2B5EF4-FFF2-40B4-BE49-F238E27FC236}">
                <a16:creationId xmlns:a16="http://schemas.microsoft.com/office/drawing/2014/main" id="{CA3208FF-03B3-6E49-9DE6-F7991881052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773B85F-2C00-C639-2A9E-89854BBB2EFD}"/>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3665845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9DEFF55-E878-59E2-4FC5-4FC7A39C3F9D}"/>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380A3A-9269-2D39-CA68-A4A2B235341F}"/>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6BE645-8C12-F495-1B9E-E017C23AD029}"/>
              </a:ext>
            </a:extLst>
          </p:cNvPr>
          <p:cNvSpPr>
            <a:spLocks noGrp="1"/>
          </p:cNvSpPr>
          <p:nvPr>
            <p:ph type="dt" sz="half" idx="10"/>
          </p:nvPr>
        </p:nvSpPr>
        <p:spPr/>
        <p:txBody>
          <a:bodyPr/>
          <a:lstStyle/>
          <a:p>
            <a:fld id="{CFBF989E-5397-49EE-B0F5-E72D9FFD7EC0}" type="datetimeFigureOut">
              <a:rPr lang="en-US" smtClean="0"/>
              <a:t>8/23/2023</a:t>
            </a:fld>
            <a:endParaRPr lang="en-US" dirty="0"/>
          </a:p>
        </p:txBody>
      </p:sp>
      <p:sp>
        <p:nvSpPr>
          <p:cNvPr id="5" name="Footer Placeholder 4">
            <a:extLst>
              <a:ext uri="{FF2B5EF4-FFF2-40B4-BE49-F238E27FC236}">
                <a16:creationId xmlns:a16="http://schemas.microsoft.com/office/drawing/2014/main" id="{03559170-D1BF-2E48-1E24-899922C10EC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8C41BFB-BD80-6719-F8F6-5D0257356DD9}"/>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635030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18" Type="http://schemas.openxmlformats.org/officeDocument/2006/relationships/image" Target="../media/image6.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image" Target="../media/image5.png"/><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464949-938A-5880-47B3-2F79BEA7B17A}"/>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F20EC37-0018-0389-48CC-E2F93FA67530}"/>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74EEED-D36B-0711-AB29-808647D1A925}"/>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51F38EA-B09F-4C97-9264-D1353869D1EA}" type="datetimeFigureOut">
              <a:rPr lang="en-US" smtClean="0"/>
              <a:t>8/23/2023</a:t>
            </a:fld>
            <a:endParaRPr lang="en-US" dirty="0"/>
          </a:p>
        </p:txBody>
      </p:sp>
      <p:sp>
        <p:nvSpPr>
          <p:cNvPr id="5" name="Footer Placeholder 4">
            <a:extLst>
              <a:ext uri="{FF2B5EF4-FFF2-40B4-BE49-F238E27FC236}">
                <a16:creationId xmlns:a16="http://schemas.microsoft.com/office/drawing/2014/main" id="{11A472DA-7858-E972-1C4C-21F7C03D574B}"/>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35EF63B-2AEB-9D45-7D86-EB59A0FC7697}"/>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FAB73BC-B049-4115-A692-8D63A059BFB8}" type="slidenum">
              <a:rPr lang="en-US" smtClean="0"/>
              <a:pPr/>
              <a:t>‹#›</a:t>
            </a:fld>
            <a:endParaRPr lang="en-US" dirty="0"/>
          </a:p>
        </p:txBody>
      </p:sp>
      <p:cxnSp>
        <p:nvCxnSpPr>
          <p:cNvPr id="7" name="Straight Connector 6">
            <a:extLst>
              <a:ext uri="{FF2B5EF4-FFF2-40B4-BE49-F238E27FC236}">
                <a16:creationId xmlns:a16="http://schemas.microsoft.com/office/drawing/2014/main" id="{088C0EA9-9066-9C0E-3DE5-E033FD162909}"/>
              </a:ext>
            </a:extLst>
          </p:cNvPr>
          <p:cNvCxnSpPr/>
          <p:nvPr userDrawn="1"/>
        </p:nvCxnSpPr>
        <p:spPr>
          <a:xfrm>
            <a:off x="152400" y="1447800"/>
            <a:ext cx="88392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B7F79C4-3AD2-7BE8-A5AA-ED412537E82A}"/>
              </a:ext>
            </a:extLst>
          </p:cNvPr>
          <p:cNvCxnSpPr/>
          <p:nvPr userDrawn="1"/>
        </p:nvCxnSpPr>
        <p:spPr>
          <a:xfrm>
            <a:off x="152400" y="6248400"/>
            <a:ext cx="88392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13" descr="C:\Users\ss\Desktop\2012-2013 First Semester\AQU-Logo.JPG">
            <a:extLst>
              <a:ext uri="{FF2B5EF4-FFF2-40B4-BE49-F238E27FC236}">
                <a16:creationId xmlns:a16="http://schemas.microsoft.com/office/drawing/2014/main" id="{73300092-8C06-921B-FCE5-6943203A79F0}"/>
              </a:ext>
            </a:extLst>
          </p:cNvPr>
          <p:cNvPicPr>
            <a:picLocks noChangeAspect="1" noChangeArrowheads="1"/>
          </p:cNvPicPr>
          <p:nvPr userDrawn="1"/>
        </p:nvPicPr>
        <p:blipFill>
          <a:blip r:embed="rId13" cstate="print"/>
          <a:srcRect r="67113"/>
          <a:stretch>
            <a:fillRect/>
          </a:stretch>
        </p:blipFill>
        <p:spPr bwMode="auto">
          <a:xfrm>
            <a:off x="0" y="0"/>
            <a:ext cx="929898" cy="914400"/>
          </a:xfrm>
          <a:prstGeom prst="rect">
            <a:avLst/>
          </a:prstGeom>
          <a:noFill/>
          <a:ln w="9525">
            <a:noFill/>
            <a:miter lim="800000"/>
            <a:headEnd/>
            <a:tailEnd/>
          </a:ln>
        </p:spPr>
      </p:pic>
      <p:pic>
        <p:nvPicPr>
          <p:cNvPr id="10" name="Picture 2">
            <a:extLst>
              <a:ext uri="{FF2B5EF4-FFF2-40B4-BE49-F238E27FC236}">
                <a16:creationId xmlns:a16="http://schemas.microsoft.com/office/drawing/2014/main" id="{B8DA918A-8830-4998-169B-3010532A2445}"/>
              </a:ext>
            </a:extLst>
          </p:cNvPr>
          <p:cNvPicPr>
            <a:picLocks noChangeAspect="1" noChangeArrowheads="1"/>
          </p:cNvPicPr>
          <p:nvPr userDrawn="1"/>
        </p:nvPicPr>
        <p:blipFill>
          <a:blip r:embed="rId14" cstate="print"/>
          <a:srcRect l="13470" t="18750" r="61347" b="65625"/>
          <a:stretch>
            <a:fillRect/>
          </a:stretch>
        </p:blipFill>
        <p:spPr bwMode="auto">
          <a:xfrm>
            <a:off x="7178040" y="0"/>
            <a:ext cx="1965960" cy="685800"/>
          </a:xfrm>
          <a:prstGeom prst="rect">
            <a:avLst/>
          </a:prstGeom>
          <a:noFill/>
          <a:ln w="9525">
            <a:noFill/>
            <a:miter lim="800000"/>
            <a:headEnd/>
            <a:tailEnd/>
          </a:ln>
          <a:effectLst/>
        </p:spPr>
      </p:pic>
      <p:pic>
        <p:nvPicPr>
          <p:cNvPr id="11" name="Picture 3">
            <a:extLst>
              <a:ext uri="{FF2B5EF4-FFF2-40B4-BE49-F238E27FC236}">
                <a16:creationId xmlns:a16="http://schemas.microsoft.com/office/drawing/2014/main" id="{80C99AFD-4C4C-E9E7-ADD1-9A6FE75F0EAD}"/>
              </a:ext>
            </a:extLst>
          </p:cNvPr>
          <p:cNvPicPr>
            <a:picLocks noChangeAspect="1" noChangeArrowheads="1"/>
          </p:cNvPicPr>
          <p:nvPr userDrawn="1"/>
        </p:nvPicPr>
        <p:blipFill>
          <a:blip r:embed="rId15" cstate="print"/>
          <a:srcRect l="41581" t="36458" r="40264" b="42709"/>
          <a:stretch>
            <a:fillRect/>
          </a:stretch>
        </p:blipFill>
        <p:spPr bwMode="auto">
          <a:xfrm>
            <a:off x="1447800" y="6339349"/>
            <a:ext cx="685800" cy="442451"/>
          </a:xfrm>
          <a:prstGeom prst="rect">
            <a:avLst/>
          </a:prstGeom>
          <a:noFill/>
          <a:ln w="9525">
            <a:noFill/>
            <a:miter lim="800000"/>
            <a:headEnd/>
            <a:tailEnd/>
          </a:ln>
          <a:effectLst/>
        </p:spPr>
      </p:pic>
      <p:pic>
        <p:nvPicPr>
          <p:cNvPr id="12" name="Picture 4">
            <a:extLst>
              <a:ext uri="{FF2B5EF4-FFF2-40B4-BE49-F238E27FC236}">
                <a16:creationId xmlns:a16="http://schemas.microsoft.com/office/drawing/2014/main" id="{5E692BFC-0715-7FE6-E928-E27BEC6661C1}"/>
              </a:ext>
            </a:extLst>
          </p:cNvPr>
          <p:cNvPicPr>
            <a:picLocks noChangeAspect="1" noChangeArrowheads="1"/>
          </p:cNvPicPr>
          <p:nvPr userDrawn="1"/>
        </p:nvPicPr>
        <p:blipFill>
          <a:blip r:embed="rId16" cstate="print"/>
          <a:srcRect l="41215" t="42708" r="40044" b="47917"/>
          <a:stretch>
            <a:fillRect/>
          </a:stretch>
        </p:blipFill>
        <p:spPr bwMode="auto">
          <a:xfrm>
            <a:off x="5181600" y="6324600"/>
            <a:ext cx="1447800" cy="407194"/>
          </a:xfrm>
          <a:prstGeom prst="rect">
            <a:avLst/>
          </a:prstGeom>
          <a:noFill/>
          <a:ln w="9525">
            <a:noFill/>
            <a:miter lim="800000"/>
            <a:headEnd/>
            <a:tailEnd/>
          </a:ln>
          <a:effectLst/>
        </p:spPr>
      </p:pic>
      <p:pic>
        <p:nvPicPr>
          <p:cNvPr id="13" name="Picture 5">
            <a:extLst>
              <a:ext uri="{FF2B5EF4-FFF2-40B4-BE49-F238E27FC236}">
                <a16:creationId xmlns:a16="http://schemas.microsoft.com/office/drawing/2014/main" id="{CF77D99B-C28B-7D40-7394-2B7F4322AC0B}"/>
              </a:ext>
            </a:extLst>
          </p:cNvPr>
          <p:cNvPicPr>
            <a:picLocks noChangeAspect="1" noChangeArrowheads="1"/>
          </p:cNvPicPr>
          <p:nvPr userDrawn="1"/>
        </p:nvPicPr>
        <p:blipFill>
          <a:blip r:embed="rId17" cstate="print"/>
          <a:srcRect l="43558" t="41667" r="44143" b="47916"/>
          <a:stretch>
            <a:fillRect/>
          </a:stretch>
        </p:blipFill>
        <p:spPr bwMode="auto">
          <a:xfrm>
            <a:off x="2819400" y="6324600"/>
            <a:ext cx="838200" cy="399143"/>
          </a:xfrm>
          <a:prstGeom prst="rect">
            <a:avLst/>
          </a:prstGeom>
          <a:noFill/>
          <a:ln w="9525">
            <a:noFill/>
            <a:miter lim="800000"/>
            <a:headEnd/>
            <a:tailEnd/>
          </a:ln>
          <a:effectLst/>
        </p:spPr>
      </p:pic>
      <p:pic>
        <p:nvPicPr>
          <p:cNvPr id="14" name="Picture 6">
            <a:extLst>
              <a:ext uri="{FF2B5EF4-FFF2-40B4-BE49-F238E27FC236}">
                <a16:creationId xmlns:a16="http://schemas.microsoft.com/office/drawing/2014/main" id="{572673AD-E364-A8EE-C5C8-19A1A5FA82CE}"/>
              </a:ext>
            </a:extLst>
          </p:cNvPr>
          <p:cNvPicPr>
            <a:picLocks noChangeAspect="1" noChangeArrowheads="1"/>
          </p:cNvPicPr>
          <p:nvPr userDrawn="1"/>
        </p:nvPicPr>
        <p:blipFill>
          <a:blip r:embed="rId18" cstate="print"/>
          <a:srcRect l="44144" t="41667" r="44143" b="47916"/>
          <a:stretch>
            <a:fillRect/>
          </a:stretch>
        </p:blipFill>
        <p:spPr bwMode="auto">
          <a:xfrm>
            <a:off x="7162800" y="6324600"/>
            <a:ext cx="762000" cy="381000"/>
          </a:xfrm>
          <a:prstGeom prst="rect">
            <a:avLst/>
          </a:prstGeom>
          <a:noFill/>
          <a:ln w="9525">
            <a:noFill/>
            <a:miter lim="800000"/>
            <a:headEnd/>
            <a:tailEnd/>
          </a:ln>
          <a:effectLst/>
        </p:spPr>
      </p:pic>
    </p:spTree>
    <p:extLst>
      <p:ext uri="{BB962C8B-B14F-4D97-AF65-F5344CB8AC3E}">
        <p14:creationId xmlns:p14="http://schemas.microsoft.com/office/powerpoint/2010/main" val="309963729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9.jpg"/></Relationships>
</file>

<file path=ppt/slides/_rels/slide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9.jpg"/><Relationship Id="rId3" Type="http://schemas.openxmlformats.org/officeDocument/2006/relationships/diagramLayout" Target="../diagrams/layout1.xml"/><Relationship Id="rId7" Type="http://schemas.openxmlformats.org/officeDocument/2006/relationships/image" Target="../media/image8.jpe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diagramLayout" Target="../diagrams/layout2.xml"/><Relationship Id="rId7" Type="http://schemas.openxmlformats.org/officeDocument/2006/relationships/image" Target="../media/image9.jp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8">
            <a:extLst>
              <a:ext uri="{FF2B5EF4-FFF2-40B4-BE49-F238E27FC236}">
                <a16:creationId xmlns:a16="http://schemas.microsoft.com/office/drawing/2014/main" id="{06DA9DF9-31F7-4056-B42E-878CC9241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245200" y="0"/>
            <a:ext cx="8507310" cy="5707743"/>
          </a:xfrm>
        </p:spPr>
        <p:txBody>
          <a:bodyPr>
            <a:normAutofit/>
          </a:bodyPr>
          <a:lstStyle/>
          <a:p>
            <a:pPr algn="l"/>
            <a:r>
              <a:rPr lang="en-US" sz="2400" b="1" dirty="0">
                <a:latin typeface="Times New Roman" pitchFamily="18" charset="0"/>
                <a:cs typeface="Times New Roman" pitchFamily="18" charset="0"/>
              </a:rPr>
              <a:t>Dual Studies at Al-Quds-University ( DSIT )</a:t>
            </a:r>
            <a:br>
              <a:rPr lang="en-US" sz="2400" b="1" dirty="0">
                <a:latin typeface="Times New Roman" pitchFamily="18" charset="0"/>
                <a:cs typeface="Times New Roman" pitchFamily="18" charset="0"/>
              </a:rPr>
            </a:br>
            <a:r>
              <a:rPr lang="en-US" sz="2400" b="1" dirty="0">
                <a:latin typeface="Times New Roman" pitchFamily="18" charset="0"/>
                <a:cs typeface="Times New Roman" pitchFamily="18" charset="0"/>
              </a:rPr>
              <a:t> </a:t>
            </a:r>
            <a:br>
              <a:rPr lang="en-US" sz="2400" b="1" dirty="0">
                <a:latin typeface="Times New Roman" pitchFamily="18" charset="0"/>
                <a:cs typeface="Times New Roman" pitchFamily="18" charset="0"/>
              </a:rPr>
            </a:br>
            <a:r>
              <a:rPr lang="en-US" sz="2400" dirty="0">
                <a:latin typeface="Times New Roman" pitchFamily="18" charset="0"/>
                <a:cs typeface="Times New Roman" pitchFamily="18" charset="0"/>
              </a:rPr>
              <a:t> </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Practice Period (2) </a:t>
            </a:r>
            <a:br>
              <a:rPr lang="en-US" sz="2400" dirty="0">
                <a:latin typeface="Times New Roman" pitchFamily="18" charset="0"/>
                <a:cs typeface="Times New Roman" pitchFamily="18" charset="0"/>
              </a:rPr>
            </a:b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20.6.2023 - 7.9.2023</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Academic Year 2023/2024, Summer</a:t>
            </a:r>
            <a:br>
              <a:rPr lang="en-US" sz="2400" dirty="0">
                <a:latin typeface="Times New Roman" pitchFamily="18" charset="0"/>
                <a:cs typeface="Times New Roman" pitchFamily="18" charset="0"/>
              </a:rPr>
            </a:b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Student Name: Mohammad Almasri</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Company Name: Ooredoo Company</a:t>
            </a:r>
            <a:br>
              <a:rPr lang="en-US" sz="2400" dirty="0">
                <a:latin typeface="Times New Roman" pitchFamily="18" charset="0"/>
                <a:cs typeface="Times New Roman" pitchFamily="18" charset="0"/>
              </a:rPr>
            </a:br>
            <a:br>
              <a:rPr lang="en-US" sz="2400" dirty="0">
                <a:latin typeface="Times New Roman" pitchFamily="18" charset="0"/>
                <a:cs typeface="Times New Roman" pitchFamily="18" charset="0"/>
              </a:rPr>
            </a:br>
            <a:endParaRPr lang="en-US" sz="2400" b="1" dirty="0">
              <a:latin typeface="Times New Roman" pitchFamily="18" charset="0"/>
              <a:cs typeface="Times New Roman" pitchFamily="18" charset="0"/>
            </a:endParaRPr>
          </a:p>
        </p:txBody>
      </p:sp>
      <p:pic>
        <p:nvPicPr>
          <p:cNvPr id="4" name="Picture 3" descr="A red and white circle with white text&#10;&#10;Description automatically generated">
            <a:extLst>
              <a:ext uri="{FF2B5EF4-FFF2-40B4-BE49-F238E27FC236}">
                <a16:creationId xmlns:a16="http://schemas.microsoft.com/office/drawing/2014/main" id="{A06B5B3D-2AD1-68EC-4283-8FA31F7AB53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8112" r="28415"/>
          <a:stretch/>
        </p:blipFill>
        <p:spPr>
          <a:xfrm>
            <a:off x="4577483" y="-457200"/>
            <a:ext cx="4472089"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pic>
        <p:nvPicPr>
          <p:cNvPr id="5" name="Picture 4" descr="A logo with text and gears&#10;&#10;Description automatically generated with medium confidence">
            <a:extLst>
              <a:ext uri="{FF2B5EF4-FFF2-40B4-BE49-F238E27FC236}">
                <a16:creationId xmlns:a16="http://schemas.microsoft.com/office/drawing/2014/main" id="{1AF75754-89C4-9FF3-BD42-E17643F804A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36540" y="152400"/>
            <a:ext cx="1295400" cy="1295400"/>
          </a:xfrm>
          <a:prstGeom prst="rect">
            <a:avLst/>
          </a:prstGeom>
        </p:spPr>
      </p:pic>
      <p:pic>
        <p:nvPicPr>
          <p:cNvPr id="7" name="Picture 6" descr="A logo of a university&#10;&#10;Description automatically generated">
            <a:extLst>
              <a:ext uri="{FF2B5EF4-FFF2-40B4-BE49-F238E27FC236}">
                <a16:creationId xmlns:a16="http://schemas.microsoft.com/office/drawing/2014/main" id="{5FD9BA8E-47B9-2B6F-4C48-4EE4A5935E1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8299" y="250031"/>
            <a:ext cx="1443330" cy="110013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0">
            <a:extLst>
              <a:ext uri="{FF2B5EF4-FFF2-40B4-BE49-F238E27FC236}">
                <a16:creationId xmlns:a16="http://schemas.microsoft.com/office/drawing/2014/main" id="{D1D7EF1B-7265-4A47-AB85-5639DB833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2">
            <a:extLst>
              <a:ext uri="{FF2B5EF4-FFF2-40B4-BE49-F238E27FC236}">
                <a16:creationId xmlns:a16="http://schemas.microsoft.com/office/drawing/2014/main" id="{AA770EBD-5B77-46EC-BF58-EF27ACD6B4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0211" y="0"/>
            <a:ext cx="5474983" cy="6858000"/>
          </a:xfrm>
          <a:custGeom>
            <a:avLst/>
            <a:gdLst>
              <a:gd name="connsiteX0" fmla="*/ 1008599 w 7299977"/>
              <a:gd name="connsiteY0" fmla="*/ 0 h 6858000"/>
              <a:gd name="connsiteX1" fmla="*/ 4420653 w 7299977"/>
              <a:gd name="connsiteY1" fmla="*/ 0 h 6858000"/>
              <a:gd name="connsiteX2" fmla="*/ 5511704 w 7299977"/>
              <a:gd name="connsiteY2" fmla="*/ 0 h 6858000"/>
              <a:gd name="connsiteX3" fmla="*/ 7299977 w 7299977"/>
              <a:gd name="connsiteY3" fmla="*/ 0 h 6858000"/>
              <a:gd name="connsiteX4" fmla="*/ 7299977 w 7299977"/>
              <a:gd name="connsiteY4" fmla="*/ 6858000 h 6858000"/>
              <a:gd name="connsiteX5" fmla="*/ 5511704 w 7299977"/>
              <a:gd name="connsiteY5" fmla="*/ 6858000 h 6858000"/>
              <a:gd name="connsiteX6" fmla="*/ 4420653 w 7299977"/>
              <a:gd name="connsiteY6" fmla="*/ 6858000 h 6858000"/>
              <a:gd name="connsiteX7" fmla="*/ 1592997 w 7299977"/>
              <a:gd name="connsiteY7" fmla="*/ 6858000 h 6858000"/>
              <a:gd name="connsiteX8" fmla="*/ 1232473 w 7299977"/>
              <a:gd name="connsiteY8" fmla="*/ 6658805 h 6858000"/>
              <a:gd name="connsiteX9" fmla="*/ 1075471 w 7299977"/>
              <a:gd name="connsiteY9" fmla="*/ 6431153 h 6858000"/>
              <a:gd name="connsiteX10" fmla="*/ 1020229 w 7299977"/>
              <a:gd name="connsiteY10" fmla="*/ 6367127 h 6858000"/>
              <a:gd name="connsiteX11" fmla="*/ 883579 w 7299977"/>
              <a:gd name="connsiteY11" fmla="*/ 6281757 h 6858000"/>
              <a:gd name="connsiteX12" fmla="*/ 645167 w 7299977"/>
              <a:gd name="connsiteY12" fmla="*/ 6100347 h 6858000"/>
              <a:gd name="connsiteX13" fmla="*/ 732391 w 7299977"/>
              <a:gd name="connsiteY13" fmla="*/ 6057663 h 6858000"/>
              <a:gd name="connsiteX14" fmla="*/ 985339 w 7299977"/>
              <a:gd name="connsiteY14" fmla="*/ 6167932 h 6858000"/>
              <a:gd name="connsiteX15" fmla="*/ 1168509 w 7299977"/>
              <a:gd name="connsiteY15" fmla="*/ 6196388 h 6858000"/>
              <a:gd name="connsiteX16" fmla="*/ 909746 w 7299977"/>
              <a:gd name="connsiteY16" fmla="*/ 6004307 h 6858000"/>
              <a:gd name="connsiteX17" fmla="*/ 659704 w 7299977"/>
              <a:gd name="connsiteY17" fmla="*/ 5755314 h 6858000"/>
              <a:gd name="connsiteX18" fmla="*/ 851597 w 7299977"/>
              <a:gd name="connsiteY18" fmla="*/ 5801555 h 6858000"/>
              <a:gd name="connsiteX19" fmla="*/ 860319 w 7299977"/>
              <a:gd name="connsiteY19" fmla="*/ 5769542 h 6858000"/>
              <a:gd name="connsiteX20" fmla="*/ 691686 w 7299977"/>
              <a:gd name="connsiteY20" fmla="*/ 5474306 h 6858000"/>
              <a:gd name="connsiteX21" fmla="*/ 610278 w 7299977"/>
              <a:gd name="connsiteY21" fmla="*/ 5353367 h 6858000"/>
              <a:gd name="connsiteX22" fmla="*/ 238123 w 7299977"/>
              <a:gd name="connsiteY22" fmla="*/ 4994104 h 6858000"/>
              <a:gd name="connsiteX23" fmla="*/ 592833 w 7299977"/>
              <a:gd name="connsiteY23" fmla="*/ 5154171 h 6858000"/>
              <a:gd name="connsiteX24" fmla="*/ 226494 w 7299977"/>
              <a:gd name="connsiteY24" fmla="*/ 4805580 h 6858000"/>
              <a:gd name="connsiteX25" fmla="*/ 49139 w 7299977"/>
              <a:gd name="connsiteY25" fmla="*/ 4677526 h 6858000"/>
              <a:gd name="connsiteX26" fmla="*/ 5527 w 7299977"/>
              <a:gd name="connsiteY26" fmla="*/ 4602828 h 6858000"/>
              <a:gd name="connsiteX27" fmla="*/ 84029 w 7299977"/>
              <a:gd name="connsiteY27" fmla="*/ 4585042 h 6858000"/>
              <a:gd name="connsiteX28" fmla="*/ 325347 w 7299977"/>
              <a:gd name="connsiteY28" fmla="*/ 4613499 h 6858000"/>
              <a:gd name="connsiteX29" fmla="*/ 25879 w 7299977"/>
              <a:gd name="connsiteY29" fmla="*/ 4378734 h 6858000"/>
              <a:gd name="connsiteX30" fmla="*/ 249753 w 7299977"/>
              <a:gd name="connsiteY30" fmla="*/ 4414305 h 6858000"/>
              <a:gd name="connsiteX31" fmla="*/ 313718 w 7299977"/>
              <a:gd name="connsiteY31" fmla="*/ 4321821 h 6858000"/>
              <a:gd name="connsiteX32" fmla="*/ 418386 w 7299977"/>
              <a:gd name="connsiteY32" fmla="*/ 4172424 h 6858000"/>
              <a:gd name="connsiteX33" fmla="*/ 491072 w 7299977"/>
              <a:gd name="connsiteY33" fmla="*/ 4090612 h 6858000"/>
              <a:gd name="connsiteX34" fmla="*/ 520147 w 7299977"/>
              <a:gd name="connsiteY34" fmla="*/ 3827390 h 6858000"/>
              <a:gd name="connsiteX35" fmla="*/ 459090 w 7299977"/>
              <a:gd name="connsiteY35" fmla="*/ 3539269 h 6858000"/>
              <a:gd name="connsiteX36" fmla="*/ 290458 w 7299977"/>
              <a:gd name="connsiteY36" fmla="*/ 3393429 h 6858000"/>
              <a:gd name="connsiteX37" fmla="*/ 339884 w 7299977"/>
              <a:gd name="connsiteY37" fmla="*/ 3229805 h 6858000"/>
              <a:gd name="connsiteX38" fmla="*/ 697501 w 7299977"/>
              <a:gd name="connsiteY38" fmla="*/ 3329402 h 6858000"/>
              <a:gd name="connsiteX39" fmla="*/ 165437 w 7299977"/>
              <a:gd name="connsiteY39" fmla="*/ 2941684 h 6858000"/>
              <a:gd name="connsiteX40" fmla="*/ 255568 w 7299977"/>
              <a:gd name="connsiteY40" fmla="*/ 2923898 h 6858000"/>
              <a:gd name="connsiteX41" fmla="*/ 578296 w 7299977"/>
              <a:gd name="connsiteY41" fmla="*/ 2703362 h 6858000"/>
              <a:gd name="connsiteX42" fmla="*/ 595740 w 7299977"/>
              <a:gd name="connsiteY42" fmla="*/ 2692689 h 6858000"/>
              <a:gd name="connsiteX43" fmla="*/ 650982 w 7299977"/>
              <a:gd name="connsiteY43" fmla="*/ 2553965 h 6858000"/>
              <a:gd name="connsiteX44" fmla="*/ 825429 w 7299977"/>
              <a:gd name="connsiteY44" fmla="*/ 2532623 h 6858000"/>
              <a:gd name="connsiteX45" fmla="*/ 970802 w 7299977"/>
              <a:gd name="connsiteY45" fmla="*/ 2564636 h 6858000"/>
              <a:gd name="connsiteX46" fmla="*/ 1127805 w 7299977"/>
              <a:gd name="connsiteY46" fmla="*/ 2525509 h 6858000"/>
              <a:gd name="connsiteX47" fmla="*/ 1267362 w 7299977"/>
              <a:gd name="connsiteY47" fmla="*/ 2543294 h 6858000"/>
              <a:gd name="connsiteX48" fmla="*/ 1386568 w 7299977"/>
              <a:gd name="connsiteY48" fmla="*/ 2518395 h 6858000"/>
              <a:gd name="connsiteX49" fmla="*/ 1270270 w 7299977"/>
              <a:gd name="connsiteY49" fmla="*/ 2401012 h 6858000"/>
              <a:gd name="connsiteX50" fmla="*/ 1107453 w 7299977"/>
              <a:gd name="connsiteY50" fmla="*/ 2401012 h 6858000"/>
              <a:gd name="connsiteX51" fmla="*/ 991154 w 7299977"/>
              <a:gd name="connsiteY51" fmla="*/ 2326314 h 6858000"/>
              <a:gd name="connsiteX52" fmla="*/ 880671 w 7299977"/>
              <a:gd name="connsiteY52" fmla="*/ 2191146 h 6858000"/>
              <a:gd name="connsiteX53" fmla="*/ 491072 w 7299977"/>
              <a:gd name="connsiteY53" fmla="*/ 1974165 h 6858000"/>
              <a:gd name="connsiteX54" fmla="*/ 421293 w 7299977"/>
              <a:gd name="connsiteY54" fmla="*/ 1892353 h 6858000"/>
              <a:gd name="connsiteX55" fmla="*/ 1531941 w 7299977"/>
              <a:gd name="connsiteY55" fmla="*/ 2208931 h 6858000"/>
              <a:gd name="connsiteX56" fmla="*/ 1188861 w 7299977"/>
              <a:gd name="connsiteY56" fmla="*/ 2077320 h 6858000"/>
              <a:gd name="connsiteX57" fmla="*/ 1421458 w 7299977"/>
              <a:gd name="connsiteY57" fmla="*/ 2102219 h 6858000"/>
              <a:gd name="connsiteX58" fmla="*/ 1549386 w 7299977"/>
              <a:gd name="connsiteY58" fmla="*/ 2013292 h 6858000"/>
              <a:gd name="connsiteX59" fmla="*/ 1549386 w 7299977"/>
              <a:gd name="connsiteY59" fmla="*/ 1984836 h 6858000"/>
              <a:gd name="connsiteX60" fmla="*/ 1453440 w 7299977"/>
              <a:gd name="connsiteY60" fmla="*/ 1903025 h 6858000"/>
              <a:gd name="connsiteX61" fmla="*/ 1398198 w 7299977"/>
              <a:gd name="connsiteY61" fmla="*/ 1849668 h 6858000"/>
              <a:gd name="connsiteX62" fmla="*/ 1247011 w 7299977"/>
              <a:gd name="connsiteY62" fmla="*/ 1657587 h 6858000"/>
              <a:gd name="connsiteX63" fmla="*/ 1354586 w 7299977"/>
              <a:gd name="connsiteY63" fmla="*/ 1636245 h 6858000"/>
              <a:gd name="connsiteX64" fmla="*/ 1395290 w 7299977"/>
              <a:gd name="connsiteY64" fmla="*/ 1597117 h 6858000"/>
              <a:gd name="connsiteX65" fmla="*/ 1366216 w 7299977"/>
              <a:gd name="connsiteY65" fmla="*/ 1540204 h 6858000"/>
              <a:gd name="connsiteX66" fmla="*/ 1031858 w 7299977"/>
              <a:gd name="connsiteY66" fmla="*/ 1365909 h 6858000"/>
              <a:gd name="connsiteX67" fmla="*/ 1005692 w 7299977"/>
              <a:gd name="connsiteY67" fmla="*/ 1230741 h 6858000"/>
              <a:gd name="connsiteX68" fmla="*/ 1069655 w 7299977"/>
              <a:gd name="connsiteY68" fmla="*/ 1209399 h 6858000"/>
              <a:gd name="connsiteX69" fmla="*/ 1142342 w 7299977"/>
              <a:gd name="connsiteY69" fmla="*/ 1220069 h 6858000"/>
              <a:gd name="connsiteX70" fmla="*/ 1084193 w 7299977"/>
              <a:gd name="connsiteY70" fmla="*/ 1113358 h 6858000"/>
              <a:gd name="connsiteX71" fmla="*/ 848689 w 7299977"/>
              <a:gd name="connsiteY71" fmla="*/ 1006647 h 6858000"/>
              <a:gd name="connsiteX72" fmla="*/ 805077 w 7299977"/>
              <a:gd name="connsiteY72" fmla="*/ 949734 h 6858000"/>
              <a:gd name="connsiteX73" fmla="*/ 863226 w 7299977"/>
              <a:gd name="connsiteY73" fmla="*/ 921277 h 6858000"/>
              <a:gd name="connsiteX74" fmla="*/ 906838 w 7299977"/>
              <a:gd name="connsiteY74" fmla="*/ 910606 h 6858000"/>
              <a:gd name="connsiteX75" fmla="*/ 5527 w 7299977"/>
              <a:gd name="connsiteY75" fmla="*/ 465975 h 6858000"/>
              <a:gd name="connsiteX76" fmla="*/ 209049 w 7299977"/>
              <a:gd name="connsiteY76" fmla="*/ 462417 h 6858000"/>
              <a:gd name="connsiteX77" fmla="*/ 409664 w 7299977"/>
              <a:gd name="connsiteY77" fmla="*/ 533558 h 6858000"/>
              <a:gd name="connsiteX78" fmla="*/ 621908 w 7299977"/>
              <a:gd name="connsiteY78" fmla="*/ 522887 h 6858000"/>
              <a:gd name="connsiteX79" fmla="*/ 822522 w 7299977"/>
              <a:gd name="connsiteY79" fmla="*/ 558458 h 6858000"/>
              <a:gd name="connsiteX80" fmla="*/ 996969 w 7299977"/>
              <a:gd name="connsiteY80" fmla="*/ 558458 h 6858000"/>
              <a:gd name="connsiteX81" fmla="*/ 834151 w 7299977"/>
              <a:gd name="connsiteY81" fmla="*/ 505101 h 6858000"/>
              <a:gd name="connsiteX82" fmla="*/ 773095 w 7299977"/>
              <a:gd name="connsiteY82" fmla="*/ 416176 h 6858000"/>
              <a:gd name="connsiteX83" fmla="*/ 793447 w 7299977"/>
              <a:gd name="connsiteY83" fmla="*/ 334364 h 6858000"/>
              <a:gd name="connsiteX84" fmla="*/ 860319 w 7299977"/>
              <a:gd name="connsiteY84" fmla="*/ 359262 h 6858000"/>
              <a:gd name="connsiteX85" fmla="*/ 938820 w 7299977"/>
              <a:gd name="connsiteY85" fmla="*/ 451747 h 6858000"/>
              <a:gd name="connsiteX86" fmla="*/ 956265 w 7299977"/>
              <a:gd name="connsiteY86" fmla="*/ 394834 h 6858000"/>
              <a:gd name="connsiteX87" fmla="*/ 1002784 w 7299977"/>
              <a:gd name="connsiteY87" fmla="*/ 352148 h 6858000"/>
              <a:gd name="connsiteX88" fmla="*/ 1270270 w 7299977"/>
              <a:gd name="connsiteY88" fmla="*/ 373491 h 6858000"/>
              <a:gd name="connsiteX89" fmla="*/ 1092915 w 7299977"/>
              <a:gd name="connsiteY89" fmla="*/ 192082 h 6858000"/>
              <a:gd name="connsiteX90" fmla="*/ 979525 w 7299977"/>
              <a:gd name="connsiteY90" fmla="*/ 163625 h 6858000"/>
              <a:gd name="connsiteX91" fmla="*/ 953358 w 7299977"/>
              <a:gd name="connsiteY91" fmla="*/ 88927 h 6858000"/>
              <a:gd name="connsiteX92" fmla="*/ 1005692 w 7299977"/>
              <a:gd name="connsiteY92" fmla="*/ 71141 h 6858000"/>
              <a:gd name="connsiteX93" fmla="*/ 1267362 w 7299977"/>
              <a:gd name="connsiteY93" fmla="*/ 135168 h 6858000"/>
              <a:gd name="connsiteX94" fmla="*/ 1310975 w 7299977"/>
              <a:gd name="connsiteY94" fmla="*/ 110269 h 6858000"/>
              <a:gd name="connsiteX95" fmla="*/ 1008599 w 7299977"/>
              <a:gd name="connsiteY9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7299977" h="6858000">
                <a:moveTo>
                  <a:pt x="1008599" y="0"/>
                </a:moveTo>
                <a:lnTo>
                  <a:pt x="4420653" y="0"/>
                </a:lnTo>
                <a:lnTo>
                  <a:pt x="5511704" y="0"/>
                </a:lnTo>
                <a:lnTo>
                  <a:pt x="7299977" y="0"/>
                </a:lnTo>
                <a:lnTo>
                  <a:pt x="7299977" y="6858000"/>
                </a:lnTo>
                <a:lnTo>
                  <a:pt x="5511704" y="6858000"/>
                </a:lnTo>
                <a:lnTo>
                  <a:pt x="4420653" y="6858000"/>
                </a:lnTo>
                <a:lnTo>
                  <a:pt x="1592997" y="6858000"/>
                </a:lnTo>
                <a:cubicBezTo>
                  <a:pt x="1473792" y="6786859"/>
                  <a:pt x="1360401" y="6701489"/>
                  <a:pt x="1232473" y="6658805"/>
                </a:cubicBezTo>
                <a:cubicBezTo>
                  <a:pt x="1145250" y="6630349"/>
                  <a:pt x="1060933" y="6580550"/>
                  <a:pt x="1075471" y="6431153"/>
                </a:cubicBezTo>
                <a:cubicBezTo>
                  <a:pt x="1078378" y="6388469"/>
                  <a:pt x="1055118" y="6356456"/>
                  <a:pt x="1020229" y="6367127"/>
                </a:cubicBezTo>
                <a:cubicBezTo>
                  <a:pt x="953358" y="6388469"/>
                  <a:pt x="921375" y="6327999"/>
                  <a:pt x="883579" y="6281757"/>
                </a:cubicBezTo>
                <a:cubicBezTo>
                  <a:pt x="816707" y="6199945"/>
                  <a:pt x="752743" y="6114575"/>
                  <a:pt x="645167" y="6100347"/>
                </a:cubicBezTo>
                <a:cubicBezTo>
                  <a:pt x="665519" y="6036320"/>
                  <a:pt x="700408" y="6043434"/>
                  <a:pt x="732391" y="6057663"/>
                </a:cubicBezTo>
                <a:cubicBezTo>
                  <a:pt x="816707" y="6093234"/>
                  <a:pt x="901023" y="6132361"/>
                  <a:pt x="985339" y="6167932"/>
                </a:cubicBezTo>
                <a:cubicBezTo>
                  <a:pt x="1040581" y="6189274"/>
                  <a:pt x="1095822" y="6221287"/>
                  <a:pt x="1168509" y="6196388"/>
                </a:cubicBezTo>
                <a:cubicBezTo>
                  <a:pt x="1104545" y="6068335"/>
                  <a:pt x="996969" y="6043434"/>
                  <a:pt x="909746" y="6004307"/>
                </a:cubicBezTo>
                <a:cubicBezTo>
                  <a:pt x="802169" y="5954508"/>
                  <a:pt x="738206" y="5862025"/>
                  <a:pt x="659704" y="5755314"/>
                </a:cubicBezTo>
                <a:cubicBezTo>
                  <a:pt x="738206" y="5726858"/>
                  <a:pt x="787632" y="5805112"/>
                  <a:pt x="851597" y="5801555"/>
                </a:cubicBezTo>
                <a:cubicBezTo>
                  <a:pt x="854504" y="5790884"/>
                  <a:pt x="860319" y="5769542"/>
                  <a:pt x="860319" y="5769542"/>
                </a:cubicBezTo>
                <a:cubicBezTo>
                  <a:pt x="755650" y="5712629"/>
                  <a:pt x="709132" y="5605917"/>
                  <a:pt x="691686" y="5474306"/>
                </a:cubicBezTo>
                <a:cubicBezTo>
                  <a:pt x="685872" y="5406721"/>
                  <a:pt x="648075" y="5385379"/>
                  <a:pt x="610278" y="5353367"/>
                </a:cubicBezTo>
                <a:cubicBezTo>
                  <a:pt x="482350" y="5243097"/>
                  <a:pt x="345700" y="5143500"/>
                  <a:pt x="238123" y="4994104"/>
                </a:cubicBezTo>
                <a:cubicBezTo>
                  <a:pt x="363144" y="5011889"/>
                  <a:pt x="461997" y="5111487"/>
                  <a:pt x="592833" y="5154171"/>
                </a:cubicBezTo>
                <a:cubicBezTo>
                  <a:pt x="488165" y="4990547"/>
                  <a:pt x="351514" y="4905177"/>
                  <a:pt x="226494" y="4805580"/>
                </a:cubicBezTo>
                <a:cubicBezTo>
                  <a:pt x="168344" y="4759339"/>
                  <a:pt x="116011" y="4702425"/>
                  <a:pt x="49139" y="4677526"/>
                </a:cubicBezTo>
                <a:cubicBezTo>
                  <a:pt x="25879" y="4670412"/>
                  <a:pt x="-14826" y="4652628"/>
                  <a:pt x="5527" y="4602828"/>
                </a:cubicBezTo>
                <a:cubicBezTo>
                  <a:pt x="22972" y="4560144"/>
                  <a:pt x="54954" y="4574373"/>
                  <a:pt x="84029" y="4585042"/>
                </a:cubicBezTo>
                <a:cubicBezTo>
                  <a:pt x="153807" y="4613499"/>
                  <a:pt x="229401" y="4613499"/>
                  <a:pt x="325347" y="4613499"/>
                </a:cubicBezTo>
                <a:cubicBezTo>
                  <a:pt x="243939" y="4478331"/>
                  <a:pt x="95658" y="4521016"/>
                  <a:pt x="25879" y="4378734"/>
                </a:cubicBezTo>
                <a:cubicBezTo>
                  <a:pt x="113103" y="4353835"/>
                  <a:pt x="179975" y="4403633"/>
                  <a:pt x="249753" y="4414305"/>
                </a:cubicBezTo>
                <a:cubicBezTo>
                  <a:pt x="313718" y="4424975"/>
                  <a:pt x="328254" y="4400076"/>
                  <a:pt x="313718" y="4321821"/>
                </a:cubicBezTo>
                <a:cubicBezTo>
                  <a:pt x="290458" y="4200882"/>
                  <a:pt x="325347" y="4140411"/>
                  <a:pt x="418386" y="4172424"/>
                </a:cubicBezTo>
                <a:cubicBezTo>
                  <a:pt x="505609" y="4204438"/>
                  <a:pt x="514332" y="4158196"/>
                  <a:pt x="491072" y="4090612"/>
                </a:cubicBezTo>
                <a:cubicBezTo>
                  <a:pt x="456183" y="3991015"/>
                  <a:pt x="493979" y="3912759"/>
                  <a:pt x="520147" y="3827390"/>
                </a:cubicBezTo>
                <a:cubicBezTo>
                  <a:pt x="560851" y="3699337"/>
                  <a:pt x="543407" y="3635309"/>
                  <a:pt x="459090" y="3539269"/>
                </a:cubicBezTo>
                <a:cubicBezTo>
                  <a:pt x="409664" y="3485914"/>
                  <a:pt x="360236" y="3439672"/>
                  <a:pt x="290458" y="3393429"/>
                </a:cubicBezTo>
                <a:cubicBezTo>
                  <a:pt x="450368" y="3368530"/>
                  <a:pt x="284643" y="3283162"/>
                  <a:pt x="339884" y="3229805"/>
                </a:cubicBezTo>
                <a:cubicBezTo>
                  <a:pt x="453275" y="3208463"/>
                  <a:pt x="543407" y="3379202"/>
                  <a:pt x="697501" y="3329402"/>
                </a:cubicBezTo>
                <a:cubicBezTo>
                  <a:pt x="511425" y="3183563"/>
                  <a:pt x="302087" y="3137322"/>
                  <a:pt x="165437" y="2941684"/>
                </a:cubicBezTo>
                <a:cubicBezTo>
                  <a:pt x="197419" y="2899000"/>
                  <a:pt x="229401" y="2941684"/>
                  <a:pt x="255568" y="2923898"/>
                </a:cubicBezTo>
                <a:cubicBezTo>
                  <a:pt x="255568" y="2913227"/>
                  <a:pt x="560851" y="2980812"/>
                  <a:pt x="578296" y="2703362"/>
                </a:cubicBezTo>
                <a:cubicBezTo>
                  <a:pt x="584111" y="2703362"/>
                  <a:pt x="589926" y="2703362"/>
                  <a:pt x="595740" y="2692689"/>
                </a:cubicBezTo>
                <a:cubicBezTo>
                  <a:pt x="627722" y="2653563"/>
                  <a:pt x="598648" y="2561080"/>
                  <a:pt x="650982" y="2553965"/>
                </a:cubicBezTo>
                <a:cubicBezTo>
                  <a:pt x="709132" y="2546851"/>
                  <a:pt x="764373" y="2514837"/>
                  <a:pt x="825429" y="2532623"/>
                </a:cubicBezTo>
                <a:cubicBezTo>
                  <a:pt x="871949" y="2546851"/>
                  <a:pt x="921375" y="2564636"/>
                  <a:pt x="970802" y="2564636"/>
                </a:cubicBezTo>
                <a:cubicBezTo>
                  <a:pt x="1023136" y="2564636"/>
                  <a:pt x="1095822" y="2685576"/>
                  <a:pt x="1127805" y="2525509"/>
                </a:cubicBezTo>
                <a:cubicBezTo>
                  <a:pt x="1127805" y="2518395"/>
                  <a:pt x="1217936" y="2536181"/>
                  <a:pt x="1267362" y="2543294"/>
                </a:cubicBezTo>
                <a:cubicBezTo>
                  <a:pt x="1308067" y="2550408"/>
                  <a:pt x="1357494" y="2582422"/>
                  <a:pt x="1386568" y="2518395"/>
                </a:cubicBezTo>
                <a:cubicBezTo>
                  <a:pt x="1401105" y="2479267"/>
                  <a:pt x="1331326" y="2408126"/>
                  <a:pt x="1270270" y="2401012"/>
                </a:cubicBezTo>
                <a:cubicBezTo>
                  <a:pt x="1215029" y="2393898"/>
                  <a:pt x="1159787" y="2386784"/>
                  <a:pt x="1107453" y="2401012"/>
                </a:cubicBezTo>
                <a:cubicBezTo>
                  <a:pt x="1043489" y="2418796"/>
                  <a:pt x="1008599" y="2390340"/>
                  <a:pt x="991154" y="2326314"/>
                </a:cubicBezTo>
                <a:cubicBezTo>
                  <a:pt x="970802" y="2258731"/>
                  <a:pt x="933005" y="2223159"/>
                  <a:pt x="880671" y="2191146"/>
                </a:cubicBezTo>
                <a:cubicBezTo>
                  <a:pt x="752743" y="2112891"/>
                  <a:pt x="630630" y="2020407"/>
                  <a:pt x="491072" y="1974165"/>
                </a:cubicBezTo>
                <a:cubicBezTo>
                  <a:pt x="464905" y="1967051"/>
                  <a:pt x="432923" y="1952823"/>
                  <a:pt x="421293" y="1892353"/>
                </a:cubicBezTo>
                <a:cubicBezTo>
                  <a:pt x="799262" y="1984836"/>
                  <a:pt x="1142342" y="2223159"/>
                  <a:pt x="1531941" y="2208931"/>
                </a:cubicBezTo>
                <a:cubicBezTo>
                  <a:pt x="1427272" y="2134233"/>
                  <a:pt x="1302252" y="2130676"/>
                  <a:pt x="1188861" y="2077320"/>
                </a:cubicBezTo>
                <a:cubicBezTo>
                  <a:pt x="1270270" y="2038192"/>
                  <a:pt x="1345864" y="2080877"/>
                  <a:pt x="1421458" y="2102219"/>
                </a:cubicBezTo>
                <a:cubicBezTo>
                  <a:pt x="1485422" y="2120004"/>
                  <a:pt x="1543571" y="2123562"/>
                  <a:pt x="1549386" y="2013292"/>
                </a:cubicBezTo>
                <a:cubicBezTo>
                  <a:pt x="1549386" y="2002622"/>
                  <a:pt x="1549386" y="1995507"/>
                  <a:pt x="1549386" y="1984836"/>
                </a:cubicBezTo>
                <a:cubicBezTo>
                  <a:pt x="1526126" y="1938595"/>
                  <a:pt x="1494144" y="1917252"/>
                  <a:pt x="1453440" y="1903025"/>
                </a:cubicBezTo>
                <a:cubicBezTo>
                  <a:pt x="1430180" y="1895910"/>
                  <a:pt x="1398198" y="1881683"/>
                  <a:pt x="1398198" y="1849668"/>
                </a:cubicBezTo>
                <a:cubicBezTo>
                  <a:pt x="1401105" y="1728729"/>
                  <a:pt x="1322604" y="1693158"/>
                  <a:pt x="1247011" y="1657587"/>
                </a:cubicBezTo>
                <a:cubicBezTo>
                  <a:pt x="1287715" y="1597117"/>
                  <a:pt x="1322604" y="1639802"/>
                  <a:pt x="1354586" y="1636245"/>
                </a:cubicBezTo>
                <a:cubicBezTo>
                  <a:pt x="1374939" y="1632688"/>
                  <a:pt x="1395290" y="1629132"/>
                  <a:pt x="1395290" y="1597117"/>
                </a:cubicBezTo>
                <a:cubicBezTo>
                  <a:pt x="1395290" y="1572219"/>
                  <a:pt x="1386568" y="1540204"/>
                  <a:pt x="1366216" y="1540204"/>
                </a:cubicBezTo>
                <a:cubicBezTo>
                  <a:pt x="1238288" y="1536647"/>
                  <a:pt x="1165601" y="1365909"/>
                  <a:pt x="1031858" y="1365909"/>
                </a:cubicBezTo>
                <a:cubicBezTo>
                  <a:pt x="950450" y="1365909"/>
                  <a:pt x="1072563" y="1269868"/>
                  <a:pt x="1005692" y="1230741"/>
                </a:cubicBezTo>
                <a:cubicBezTo>
                  <a:pt x="991154" y="1220069"/>
                  <a:pt x="1046396" y="1205842"/>
                  <a:pt x="1069655" y="1209399"/>
                </a:cubicBezTo>
                <a:cubicBezTo>
                  <a:pt x="1092915" y="1212955"/>
                  <a:pt x="1113268" y="1237855"/>
                  <a:pt x="1142342" y="1220069"/>
                </a:cubicBezTo>
                <a:cubicBezTo>
                  <a:pt x="1156879" y="1156043"/>
                  <a:pt x="1119082" y="1131144"/>
                  <a:pt x="1084193" y="1113358"/>
                </a:cubicBezTo>
                <a:cubicBezTo>
                  <a:pt x="1008599" y="1070674"/>
                  <a:pt x="933005" y="1020875"/>
                  <a:pt x="848689" y="1006647"/>
                </a:cubicBezTo>
                <a:cubicBezTo>
                  <a:pt x="819615" y="1003089"/>
                  <a:pt x="802169" y="985305"/>
                  <a:pt x="805077" y="949734"/>
                </a:cubicBezTo>
                <a:cubicBezTo>
                  <a:pt x="810892" y="903491"/>
                  <a:pt x="839967" y="917720"/>
                  <a:pt x="863226" y="921277"/>
                </a:cubicBezTo>
                <a:cubicBezTo>
                  <a:pt x="877764" y="924835"/>
                  <a:pt x="892301" y="935506"/>
                  <a:pt x="906838" y="910606"/>
                </a:cubicBezTo>
                <a:cubicBezTo>
                  <a:pt x="566666" y="658055"/>
                  <a:pt x="386404" y="672284"/>
                  <a:pt x="5527" y="465975"/>
                </a:cubicBezTo>
                <a:cubicBezTo>
                  <a:pt x="89843" y="426847"/>
                  <a:pt x="150900" y="455303"/>
                  <a:pt x="209049" y="462417"/>
                </a:cubicBezTo>
                <a:cubicBezTo>
                  <a:pt x="354422" y="480203"/>
                  <a:pt x="264290" y="512216"/>
                  <a:pt x="409664" y="533558"/>
                </a:cubicBezTo>
                <a:cubicBezTo>
                  <a:pt x="479443" y="544229"/>
                  <a:pt x="543407" y="579800"/>
                  <a:pt x="621908" y="522887"/>
                </a:cubicBezTo>
                <a:cubicBezTo>
                  <a:pt x="674242" y="483759"/>
                  <a:pt x="758558" y="526444"/>
                  <a:pt x="822522" y="558458"/>
                </a:cubicBezTo>
                <a:cubicBezTo>
                  <a:pt x="874856" y="586915"/>
                  <a:pt x="927190" y="594028"/>
                  <a:pt x="996969" y="558458"/>
                </a:cubicBezTo>
                <a:cubicBezTo>
                  <a:pt x="933005" y="537116"/>
                  <a:pt x="883579" y="519330"/>
                  <a:pt x="834151" y="505101"/>
                </a:cubicBezTo>
                <a:cubicBezTo>
                  <a:pt x="793447" y="494431"/>
                  <a:pt x="770187" y="469532"/>
                  <a:pt x="773095" y="416176"/>
                </a:cubicBezTo>
                <a:cubicBezTo>
                  <a:pt x="773095" y="387720"/>
                  <a:pt x="764373" y="348592"/>
                  <a:pt x="793447" y="334364"/>
                </a:cubicBezTo>
                <a:cubicBezTo>
                  <a:pt x="816707" y="320135"/>
                  <a:pt x="848689" y="334364"/>
                  <a:pt x="860319" y="359262"/>
                </a:cubicBezTo>
                <a:cubicBezTo>
                  <a:pt x="874856" y="405504"/>
                  <a:pt x="889393" y="448189"/>
                  <a:pt x="938820" y="451747"/>
                </a:cubicBezTo>
                <a:cubicBezTo>
                  <a:pt x="1005692" y="458860"/>
                  <a:pt x="967894" y="430405"/>
                  <a:pt x="956265" y="394834"/>
                </a:cubicBezTo>
                <a:cubicBezTo>
                  <a:pt x="944635" y="355706"/>
                  <a:pt x="979525" y="345034"/>
                  <a:pt x="1002784" y="352148"/>
                </a:cubicBezTo>
                <a:cubicBezTo>
                  <a:pt x="1090008" y="384162"/>
                  <a:pt x="1180139" y="327250"/>
                  <a:pt x="1270270" y="373491"/>
                </a:cubicBezTo>
                <a:cubicBezTo>
                  <a:pt x="1247011" y="259665"/>
                  <a:pt x="1197583" y="209867"/>
                  <a:pt x="1092915" y="192082"/>
                </a:cubicBezTo>
                <a:cubicBezTo>
                  <a:pt x="1055118" y="188525"/>
                  <a:pt x="1014414" y="195638"/>
                  <a:pt x="979525" y="163625"/>
                </a:cubicBezTo>
                <a:cubicBezTo>
                  <a:pt x="959172" y="145839"/>
                  <a:pt x="938820" y="124497"/>
                  <a:pt x="953358" y="88927"/>
                </a:cubicBezTo>
                <a:cubicBezTo>
                  <a:pt x="962080" y="64027"/>
                  <a:pt x="985339" y="64027"/>
                  <a:pt x="1005692" y="71141"/>
                </a:cubicBezTo>
                <a:cubicBezTo>
                  <a:pt x="1090008" y="110269"/>
                  <a:pt x="1180139" y="120941"/>
                  <a:pt x="1267362" y="135168"/>
                </a:cubicBezTo>
                <a:cubicBezTo>
                  <a:pt x="1281900" y="138725"/>
                  <a:pt x="1296437" y="145839"/>
                  <a:pt x="1310975" y="110269"/>
                </a:cubicBezTo>
                <a:cubicBezTo>
                  <a:pt x="1209214" y="78255"/>
                  <a:pt x="1110360" y="35571"/>
                  <a:pt x="1008599" y="0"/>
                </a:cubicBezTo>
                <a:close/>
              </a:path>
            </a:pathLst>
          </a:custGeom>
          <a:solidFill>
            <a:schemeClr val="bg2">
              <a:alpha val="50000"/>
            </a:schemeClr>
          </a:solidFill>
          <a:ln w="32707" cap="flat">
            <a:noFill/>
            <a:prstDash val="solid"/>
            <a:miter/>
          </a:ln>
        </p:spPr>
        <p:txBody>
          <a:bodyPr rtlCol="0" anchor="ctr"/>
          <a:lstStyle/>
          <a:p>
            <a:endParaRPr lang="en-US">
              <a:solidFill>
                <a:schemeClr val="tx1"/>
              </a:solidFill>
            </a:endParaRPr>
          </a:p>
        </p:txBody>
      </p:sp>
      <p:sp>
        <p:nvSpPr>
          <p:cNvPr id="2" name="Title 1"/>
          <p:cNvSpPr>
            <a:spLocks noGrp="1"/>
          </p:cNvSpPr>
          <p:nvPr>
            <p:ph type="title"/>
          </p:nvPr>
        </p:nvSpPr>
        <p:spPr>
          <a:xfrm>
            <a:off x="4686300" y="1065749"/>
            <a:ext cx="3829050" cy="4726502"/>
          </a:xfrm>
        </p:spPr>
        <p:txBody>
          <a:bodyPr vert="horz" lIns="91440" tIns="45720" rIns="91440" bIns="45720" rtlCol="0" anchor="ctr">
            <a:normAutofit/>
          </a:bodyPr>
          <a:lstStyle/>
          <a:p>
            <a:pPr defTabSz="914400"/>
            <a:r>
              <a:rPr lang="en-US" sz="4400" b="1" kern="1200">
                <a:solidFill>
                  <a:schemeClr val="tx1"/>
                </a:solidFill>
                <a:latin typeface="+mj-lt"/>
                <a:ea typeface="+mj-ea"/>
                <a:cs typeface="+mj-cs"/>
              </a:rPr>
              <a:t>Outline </a:t>
            </a:r>
            <a:endParaRPr lang="en-US" sz="4400" b="1" kern="1200" dirty="0">
              <a:solidFill>
                <a:schemeClr val="tx1"/>
              </a:solidFill>
              <a:latin typeface="+mj-lt"/>
              <a:ea typeface="+mj-ea"/>
              <a:cs typeface="+mj-cs"/>
            </a:endParaRPr>
          </a:p>
        </p:txBody>
      </p:sp>
      <p:sp>
        <p:nvSpPr>
          <p:cNvPr id="3" name="TextBox 2">
            <a:extLst>
              <a:ext uri="{FF2B5EF4-FFF2-40B4-BE49-F238E27FC236}">
                <a16:creationId xmlns:a16="http://schemas.microsoft.com/office/drawing/2014/main" id="{01881FA2-F5B4-8963-DF3E-F5D7740D9126}"/>
              </a:ext>
            </a:extLst>
          </p:cNvPr>
          <p:cNvSpPr txBox="1"/>
          <p:nvPr/>
        </p:nvSpPr>
        <p:spPr>
          <a:xfrm>
            <a:off x="116586" y="1524000"/>
            <a:ext cx="4341115" cy="5670550"/>
          </a:xfrm>
          <a:prstGeom prst="rect">
            <a:avLst/>
          </a:prstGeom>
        </p:spPr>
        <p:txBody>
          <a:bodyPr vert="horz" lIns="91440" tIns="45720" rIns="91440" bIns="45720" rtlCol="0" anchor="ctr">
            <a:normAutofit/>
          </a:bodyPr>
          <a:lstStyle/>
          <a:p>
            <a:pPr marL="285750" indent="-228600">
              <a:lnSpc>
                <a:spcPct val="150000"/>
              </a:lnSpc>
              <a:spcAft>
                <a:spcPts val="600"/>
              </a:spcAft>
              <a:buFont typeface="Arial" panose="020B0604020202020204" pitchFamily="34" charset="0"/>
              <a:buChar char="•"/>
            </a:pPr>
            <a:r>
              <a:rPr lang="en-US" sz="2400" dirty="0"/>
              <a:t>Background about the Company</a:t>
            </a:r>
          </a:p>
          <a:p>
            <a:pPr marL="285750" indent="-228600">
              <a:lnSpc>
                <a:spcPct val="150000"/>
              </a:lnSpc>
              <a:spcAft>
                <a:spcPts val="600"/>
              </a:spcAft>
              <a:buFont typeface="Arial" panose="020B0604020202020204" pitchFamily="34" charset="0"/>
              <a:buChar char="•"/>
            </a:pPr>
            <a:r>
              <a:rPr lang="en-US" sz="2400" dirty="0"/>
              <a:t>Activities Performed in the Practical Period</a:t>
            </a:r>
          </a:p>
          <a:p>
            <a:pPr marL="285750" indent="-228600">
              <a:lnSpc>
                <a:spcPct val="150000"/>
              </a:lnSpc>
              <a:spcAft>
                <a:spcPts val="600"/>
              </a:spcAft>
              <a:buFont typeface="Arial" panose="020B0604020202020204" pitchFamily="34" charset="0"/>
              <a:buChar char="•"/>
            </a:pPr>
            <a:r>
              <a:rPr lang="en-US" sz="2400" dirty="0"/>
              <a:t>Challenges</a:t>
            </a:r>
          </a:p>
          <a:p>
            <a:pPr marL="285750" indent="-228600">
              <a:lnSpc>
                <a:spcPct val="150000"/>
              </a:lnSpc>
              <a:spcAft>
                <a:spcPts val="600"/>
              </a:spcAft>
              <a:buFont typeface="Arial" panose="020B0604020202020204" pitchFamily="34" charset="0"/>
              <a:buChar char="•"/>
            </a:pPr>
            <a:r>
              <a:rPr lang="en-US" sz="2400" dirty="0"/>
              <a:t>Lessons learned</a:t>
            </a:r>
          </a:p>
          <a:p>
            <a:pPr marL="285750" indent="-228600">
              <a:lnSpc>
                <a:spcPct val="150000"/>
              </a:lnSpc>
              <a:spcAft>
                <a:spcPts val="600"/>
              </a:spcAft>
              <a:buFont typeface="Arial" panose="020B0604020202020204" pitchFamily="34" charset="0"/>
              <a:buChar char="•"/>
            </a:pPr>
            <a:r>
              <a:rPr lang="en-US" sz="2400" dirty="0"/>
              <a:t>Recommendations</a:t>
            </a:r>
          </a:p>
          <a:p>
            <a:pPr marL="285750" indent="-228600">
              <a:lnSpc>
                <a:spcPct val="150000"/>
              </a:lnSpc>
              <a:spcAft>
                <a:spcPts val="600"/>
              </a:spcAft>
              <a:buFont typeface="Arial" panose="020B0604020202020204" pitchFamily="34" charset="0"/>
              <a:buChar char="•"/>
            </a:pPr>
            <a:r>
              <a:rPr lang="en-US" sz="2400" dirty="0"/>
              <a:t>Conclusion</a:t>
            </a:r>
          </a:p>
          <a:p>
            <a:pPr marL="342900" indent="-228600">
              <a:lnSpc>
                <a:spcPct val="150000"/>
              </a:lnSpc>
              <a:spcAft>
                <a:spcPts val="600"/>
              </a:spcAft>
              <a:buFont typeface="Arial" panose="020B0604020202020204" pitchFamily="34" charset="0"/>
              <a:buChar char="•"/>
            </a:pPr>
            <a:endParaRPr lang="en-US" sz="2400" dirty="0"/>
          </a:p>
        </p:txBody>
      </p:sp>
      <p:sp>
        <p:nvSpPr>
          <p:cNvPr id="6" name="Slide Number Placeholder 5"/>
          <p:cNvSpPr>
            <a:spLocks noGrp="1"/>
          </p:cNvSpPr>
          <p:nvPr>
            <p:ph type="sldNum" sz="quarter" idx="12"/>
          </p:nvPr>
        </p:nvSpPr>
        <p:spPr>
          <a:xfrm>
            <a:off x="6457950" y="6356350"/>
            <a:ext cx="2057400" cy="365125"/>
          </a:xfrm>
          <a:prstGeom prst="rect">
            <a:avLst/>
          </a:prstGeom>
        </p:spPr>
        <p:txBody>
          <a:bodyPr vert="horz" lIns="91440" tIns="45720" rIns="91440" bIns="45720" rtlCol="0" anchor="ctr">
            <a:normAutofit/>
          </a:bodyPr>
          <a:lstStyle/>
          <a:p>
            <a:pPr>
              <a:spcAft>
                <a:spcPts val="600"/>
              </a:spcAft>
            </a:pPr>
            <a:fld id="{7E05F5E1-22EE-4C36-BC92-689A5EB018A2}" type="slidenum">
              <a:rPr lang="en-US" sz="1200" smtClean="0"/>
              <a:pPr>
                <a:spcAft>
                  <a:spcPts val="600"/>
                </a:spcAft>
              </a:pPr>
              <a:t>2</a:t>
            </a:fld>
            <a:endParaRPr lang="en-US" sz="1200"/>
          </a:p>
        </p:txBody>
      </p:sp>
      <p:pic>
        <p:nvPicPr>
          <p:cNvPr id="5" name="Picture 4" descr="A logo of a university&#10;&#10;Description automatically generated">
            <a:extLst>
              <a:ext uri="{FF2B5EF4-FFF2-40B4-BE49-F238E27FC236}">
                <a16:creationId xmlns:a16="http://schemas.microsoft.com/office/drawing/2014/main" id="{B7AFC8FC-BDAD-C59A-2B36-7A6884F4551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443330" cy="1100138"/>
          </a:xfrm>
          <a:prstGeom prst="rect">
            <a:avLst/>
          </a:prstGeom>
        </p:spPr>
      </p:pic>
      <p:pic>
        <p:nvPicPr>
          <p:cNvPr id="8" name="Picture 7" descr="A logo with text and gears&#10;&#10;Description automatically generated with medium confidence">
            <a:extLst>
              <a:ext uri="{FF2B5EF4-FFF2-40B4-BE49-F238E27FC236}">
                <a16:creationId xmlns:a16="http://schemas.microsoft.com/office/drawing/2014/main" id="{D7825EA1-3E41-4109-EE67-9D35BD07C4A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14467" y="98269"/>
            <a:ext cx="967480" cy="9674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8953E74-D241-4DDF-8508-F0365EA13A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5C3C901A-B2F4-4A3C-BCDD-7C8D587EC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9144000" cy="2371134"/>
          </a:xfrm>
          <a:custGeom>
            <a:avLst/>
            <a:gdLst>
              <a:gd name="connsiteX0" fmla="*/ 0 w 12192000"/>
              <a:gd name="connsiteY0" fmla="*/ 0 h 2515690"/>
              <a:gd name="connsiteX1" fmla="*/ 170442 w 12192000"/>
              <a:gd name="connsiteY1" fmla="*/ 96074 h 2515690"/>
              <a:gd name="connsiteX2" fmla="*/ 424739 w 12192000"/>
              <a:gd name="connsiteY2" fmla="*/ 224865 h 2515690"/>
              <a:gd name="connsiteX3" fmla="*/ 748273 w 12192000"/>
              <a:gd name="connsiteY3" fmla="*/ 373939 h 2515690"/>
              <a:gd name="connsiteX4" fmla="*/ 1037058 w 12192000"/>
              <a:gd name="connsiteY4" fmla="*/ 499994 h 2515690"/>
              <a:gd name="connsiteX5" fmla="*/ 1101312 w 12192000"/>
              <a:gd name="connsiteY5" fmla="*/ 428540 h 2515690"/>
              <a:gd name="connsiteX6" fmla="*/ 1367071 w 12192000"/>
              <a:gd name="connsiteY6" fmla="*/ 516118 h 2515690"/>
              <a:gd name="connsiteX7" fmla="*/ 2189943 w 12192000"/>
              <a:gd name="connsiteY7" fmla="*/ 794533 h 2515690"/>
              <a:gd name="connsiteX8" fmla="*/ 2390329 w 12192000"/>
              <a:gd name="connsiteY8" fmla="*/ 920897 h 2515690"/>
              <a:gd name="connsiteX9" fmla="*/ 2459570 w 12192000"/>
              <a:gd name="connsiteY9" fmla="*/ 983740 h 2515690"/>
              <a:gd name="connsiteX10" fmla="*/ 2503252 w 12192000"/>
              <a:gd name="connsiteY10" fmla="*/ 1000151 h 2515690"/>
              <a:gd name="connsiteX11" fmla="*/ 2503252 w 12192000"/>
              <a:gd name="connsiteY11" fmla="*/ 1008273 h 2515690"/>
              <a:gd name="connsiteX12" fmla="*/ 2511191 w 12192000"/>
              <a:gd name="connsiteY12" fmla="*/ 1009499 h 2515690"/>
              <a:gd name="connsiteX13" fmla="*/ 2565029 w 12192000"/>
              <a:gd name="connsiteY13" fmla="*/ 1015977 h 2515690"/>
              <a:gd name="connsiteX14" fmla="*/ 2593745 w 12192000"/>
              <a:gd name="connsiteY14" fmla="*/ 1019963 h 2515690"/>
              <a:gd name="connsiteX15" fmla="*/ 2591015 w 12192000"/>
              <a:gd name="connsiteY15" fmla="*/ 1019651 h 2515690"/>
              <a:gd name="connsiteX16" fmla="*/ 2590137 w 12192000"/>
              <a:gd name="connsiteY16" fmla="*/ 1019549 h 2515690"/>
              <a:gd name="connsiteX17" fmla="*/ 2589021 w 12192000"/>
              <a:gd name="connsiteY17" fmla="*/ 1019424 h 2515690"/>
              <a:gd name="connsiteX18" fmla="*/ 2591015 w 12192000"/>
              <a:gd name="connsiteY18" fmla="*/ 1019651 h 2515690"/>
              <a:gd name="connsiteX19" fmla="*/ 2602385 w 12192000"/>
              <a:gd name="connsiteY19" fmla="*/ 1020975 h 2515690"/>
              <a:gd name="connsiteX20" fmla="*/ 2614445 w 12192000"/>
              <a:gd name="connsiteY20" fmla="*/ 1022389 h 2515690"/>
              <a:gd name="connsiteX21" fmla="*/ 2614445 w 12192000"/>
              <a:gd name="connsiteY21" fmla="*/ 1020966 h 2515690"/>
              <a:gd name="connsiteX22" fmla="*/ 2676661 w 12192000"/>
              <a:gd name="connsiteY22" fmla="*/ 1029355 h 2515690"/>
              <a:gd name="connsiteX23" fmla="*/ 2788597 w 12192000"/>
              <a:gd name="connsiteY23" fmla="*/ 1048926 h 2515690"/>
              <a:gd name="connsiteX24" fmla="*/ 2812742 w 12192000"/>
              <a:gd name="connsiteY24" fmla="*/ 1057667 h 2515690"/>
              <a:gd name="connsiteX25" fmla="*/ 2970201 w 12192000"/>
              <a:gd name="connsiteY25" fmla="*/ 949091 h 2515690"/>
              <a:gd name="connsiteX26" fmla="*/ 3030610 w 12192000"/>
              <a:gd name="connsiteY26" fmla="*/ 1049340 h 2515690"/>
              <a:gd name="connsiteX27" fmla="*/ 3058913 w 12192000"/>
              <a:gd name="connsiteY27" fmla="*/ 1048085 h 2515690"/>
              <a:gd name="connsiteX28" fmla="*/ 3072697 w 12192000"/>
              <a:gd name="connsiteY28" fmla="*/ 1045316 h 2515690"/>
              <a:gd name="connsiteX29" fmla="*/ 3083305 w 12192000"/>
              <a:gd name="connsiteY29" fmla="*/ 1040550 h 2515690"/>
              <a:gd name="connsiteX30" fmla="*/ 3125603 w 12192000"/>
              <a:gd name="connsiteY30" fmla="*/ 1004583 h 2515690"/>
              <a:gd name="connsiteX31" fmla="*/ 3385106 w 12192000"/>
              <a:gd name="connsiteY31" fmla="*/ 1042233 h 2515690"/>
              <a:gd name="connsiteX32" fmla="*/ 3424945 w 12192000"/>
              <a:gd name="connsiteY32" fmla="*/ 1065268 h 2515690"/>
              <a:gd name="connsiteX33" fmla="*/ 3436948 w 12192000"/>
              <a:gd name="connsiteY33" fmla="*/ 1068018 h 2515690"/>
              <a:gd name="connsiteX34" fmla="*/ 3466714 w 12192000"/>
              <a:gd name="connsiteY34" fmla="*/ 1063419 h 2515690"/>
              <a:gd name="connsiteX35" fmla="*/ 3550909 w 12192000"/>
              <a:gd name="connsiteY35" fmla="*/ 1044511 h 2515690"/>
              <a:gd name="connsiteX36" fmla="*/ 3555900 w 12192000"/>
              <a:gd name="connsiteY36" fmla="*/ 1041996 h 2515690"/>
              <a:gd name="connsiteX37" fmla="*/ 3625978 w 12192000"/>
              <a:gd name="connsiteY37" fmla="*/ 1023459 h 2515690"/>
              <a:gd name="connsiteX38" fmla="*/ 3632465 w 12192000"/>
              <a:gd name="connsiteY38" fmla="*/ 1023522 h 2515690"/>
              <a:gd name="connsiteX39" fmla="*/ 3649063 w 12192000"/>
              <a:gd name="connsiteY39" fmla="*/ 1018726 h 2515690"/>
              <a:gd name="connsiteX40" fmla="*/ 3805954 w 12192000"/>
              <a:gd name="connsiteY40" fmla="*/ 917517 h 2515690"/>
              <a:gd name="connsiteX41" fmla="*/ 4020506 w 12192000"/>
              <a:gd name="connsiteY41" fmla="*/ 816231 h 2515690"/>
              <a:gd name="connsiteX42" fmla="*/ 4233682 w 12192000"/>
              <a:gd name="connsiteY42" fmla="*/ 799511 h 2515690"/>
              <a:gd name="connsiteX43" fmla="*/ 4306552 w 12192000"/>
              <a:gd name="connsiteY43" fmla="*/ 610207 h 2515690"/>
              <a:gd name="connsiteX44" fmla="*/ 4816604 w 12192000"/>
              <a:gd name="connsiteY44" fmla="*/ 773163 h 2515690"/>
              <a:gd name="connsiteX45" fmla="*/ 4916502 w 12192000"/>
              <a:gd name="connsiteY45" fmla="*/ 788104 h 2515690"/>
              <a:gd name="connsiteX46" fmla="*/ 5224415 w 12192000"/>
              <a:gd name="connsiteY46" fmla="*/ 674418 h 2515690"/>
              <a:gd name="connsiteX47" fmla="*/ 5274077 w 12192000"/>
              <a:gd name="connsiteY47" fmla="*/ 655978 h 2515690"/>
              <a:gd name="connsiteX48" fmla="*/ 5371217 w 12192000"/>
              <a:gd name="connsiteY48" fmla="*/ 614372 h 2515690"/>
              <a:gd name="connsiteX49" fmla="*/ 5364523 w 12192000"/>
              <a:gd name="connsiteY49" fmla="*/ 502501 h 2515690"/>
              <a:gd name="connsiteX50" fmla="*/ 5457871 w 12192000"/>
              <a:gd name="connsiteY50" fmla="*/ 558285 h 2515690"/>
              <a:gd name="connsiteX51" fmla="*/ 5750580 w 12192000"/>
              <a:gd name="connsiteY51" fmla="*/ 663503 h 2515690"/>
              <a:gd name="connsiteX52" fmla="*/ 5976618 w 12192000"/>
              <a:gd name="connsiteY52" fmla="*/ 582652 h 2515690"/>
              <a:gd name="connsiteX53" fmla="*/ 6009346 w 12192000"/>
              <a:gd name="connsiteY53" fmla="*/ 559470 h 2515690"/>
              <a:gd name="connsiteX54" fmla="*/ 6069735 w 12192000"/>
              <a:gd name="connsiteY54" fmla="*/ 587803 h 2515690"/>
              <a:gd name="connsiteX55" fmla="*/ 6270319 w 12192000"/>
              <a:gd name="connsiteY55" fmla="*/ 643982 h 2515690"/>
              <a:gd name="connsiteX56" fmla="*/ 6406781 w 12192000"/>
              <a:gd name="connsiteY56" fmla="*/ 672327 h 2515690"/>
              <a:gd name="connsiteX57" fmla="*/ 6469508 w 12192000"/>
              <a:gd name="connsiteY57" fmla="*/ 708574 h 2515690"/>
              <a:gd name="connsiteX58" fmla="*/ 6515869 w 12192000"/>
              <a:gd name="connsiteY58" fmla="*/ 715738 h 2515690"/>
              <a:gd name="connsiteX59" fmla="*/ 6725938 w 12192000"/>
              <a:gd name="connsiteY59" fmla="*/ 691128 h 2515690"/>
              <a:gd name="connsiteX60" fmla="*/ 6778240 w 12192000"/>
              <a:gd name="connsiteY60" fmla="*/ 678998 h 2515690"/>
              <a:gd name="connsiteX61" fmla="*/ 6806944 w 12192000"/>
              <a:gd name="connsiteY61" fmla="*/ 646178 h 2515690"/>
              <a:gd name="connsiteX62" fmla="*/ 6830632 w 12192000"/>
              <a:gd name="connsiteY62" fmla="*/ 633915 h 2515690"/>
              <a:gd name="connsiteX63" fmla="*/ 6858072 w 12192000"/>
              <a:gd name="connsiteY63" fmla="*/ 646178 h 2515690"/>
              <a:gd name="connsiteX64" fmla="*/ 6891322 w 12192000"/>
              <a:gd name="connsiteY64" fmla="*/ 678998 h 2515690"/>
              <a:gd name="connsiteX65" fmla="*/ 6951905 w 12192000"/>
              <a:gd name="connsiteY65" fmla="*/ 691128 h 2515690"/>
              <a:gd name="connsiteX66" fmla="*/ 7195246 w 12192000"/>
              <a:gd name="connsiteY66" fmla="*/ 715738 h 2515690"/>
              <a:gd name="connsiteX67" fmla="*/ 7248949 w 12192000"/>
              <a:gd name="connsiteY67" fmla="*/ 708574 h 2515690"/>
              <a:gd name="connsiteX68" fmla="*/ 7321609 w 12192000"/>
              <a:gd name="connsiteY68" fmla="*/ 672327 h 2515690"/>
              <a:gd name="connsiteX69" fmla="*/ 7479684 w 12192000"/>
              <a:gd name="connsiteY69" fmla="*/ 643982 h 2515690"/>
              <a:gd name="connsiteX70" fmla="*/ 7712035 w 12192000"/>
              <a:gd name="connsiteY70" fmla="*/ 587803 h 2515690"/>
              <a:gd name="connsiteX71" fmla="*/ 7781987 w 12192000"/>
              <a:gd name="connsiteY71" fmla="*/ 559470 h 2515690"/>
              <a:gd name="connsiteX72" fmla="*/ 7819900 w 12192000"/>
              <a:gd name="connsiteY72" fmla="*/ 582652 h 2515690"/>
              <a:gd name="connsiteX73" fmla="*/ 8081736 w 12192000"/>
              <a:gd name="connsiteY73" fmla="*/ 663503 h 2515690"/>
              <a:gd name="connsiteX74" fmla="*/ 8420801 w 12192000"/>
              <a:gd name="connsiteY74" fmla="*/ 558285 h 2515690"/>
              <a:gd name="connsiteX75" fmla="*/ 8528933 w 12192000"/>
              <a:gd name="connsiteY75" fmla="*/ 502501 h 2515690"/>
              <a:gd name="connsiteX76" fmla="*/ 8521178 w 12192000"/>
              <a:gd name="connsiteY76" fmla="*/ 614372 h 2515690"/>
              <a:gd name="connsiteX77" fmla="*/ 8633702 w 12192000"/>
              <a:gd name="connsiteY77" fmla="*/ 655978 h 2515690"/>
              <a:gd name="connsiteX78" fmla="*/ 8691231 w 12192000"/>
              <a:gd name="connsiteY78" fmla="*/ 674418 h 2515690"/>
              <a:gd name="connsiteX79" fmla="*/ 9047908 w 12192000"/>
              <a:gd name="connsiteY79" fmla="*/ 788104 h 2515690"/>
              <a:gd name="connsiteX80" fmla="*/ 9163628 w 12192000"/>
              <a:gd name="connsiteY80" fmla="*/ 773163 h 2515690"/>
              <a:gd name="connsiteX81" fmla="*/ 9754459 w 12192000"/>
              <a:gd name="connsiteY81" fmla="*/ 610207 h 2515690"/>
              <a:gd name="connsiteX82" fmla="*/ 9838868 w 12192000"/>
              <a:gd name="connsiteY82" fmla="*/ 799511 h 2515690"/>
              <a:gd name="connsiteX83" fmla="*/ 10085808 w 12192000"/>
              <a:gd name="connsiteY83" fmla="*/ 816231 h 2515690"/>
              <a:gd name="connsiteX84" fmla="*/ 10334338 w 12192000"/>
              <a:gd name="connsiteY84" fmla="*/ 917517 h 2515690"/>
              <a:gd name="connsiteX85" fmla="*/ 10516076 w 12192000"/>
              <a:gd name="connsiteY85" fmla="*/ 1018726 h 2515690"/>
              <a:gd name="connsiteX86" fmla="*/ 10535302 w 12192000"/>
              <a:gd name="connsiteY86" fmla="*/ 1023522 h 2515690"/>
              <a:gd name="connsiteX87" fmla="*/ 10542819 w 12192000"/>
              <a:gd name="connsiteY87" fmla="*/ 1023458 h 2515690"/>
              <a:gd name="connsiteX88" fmla="*/ 10623994 w 12192000"/>
              <a:gd name="connsiteY88" fmla="*/ 1041996 h 2515690"/>
              <a:gd name="connsiteX89" fmla="*/ 10629774 w 12192000"/>
              <a:gd name="connsiteY89" fmla="*/ 1044511 h 2515690"/>
              <a:gd name="connsiteX90" fmla="*/ 10727305 w 12192000"/>
              <a:gd name="connsiteY90" fmla="*/ 1063419 h 2515690"/>
              <a:gd name="connsiteX91" fmla="*/ 10761785 w 12192000"/>
              <a:gd name="connsiteY91" fmla="*/ 1068017 h 2515690"/>
              <a:gd name="connsiteX92" fmla="*/ 10775688 w 12192000"/>
              <a:gd name="connsiteY92" fmla="*/ 1065268 h 2515690"/>
              <a:gd name="connsiteX93" fmla="*/ 10821837 w 12192000"/>
              <a:gd name="connsiteY93" fmla="*/ 1042232 h 2515690"/>
              <a:gd name="connsiteX94" fmla="*/ 11122438 w 12192000"/>
              <a:gd name="connsiteY94" fmla="*/ 1004583 h 2515690"/>
              <a:gd name="connsiteX95" fmla="*/ 11171433 w 12192000"/>
              <a:gd name="connsiteY95" fmla="*/ 1040550 h 2515690"/>
              <a:gd name="connsiteX96" fmla="*/ 11183724 w 12192000"/>
              <a:gd name="connsiteY96" fmla="*/ 1045316 h 2515690"/>
              <a:gd name="connsiteX97" fmla="*/ 11199690 w 12192000"/>
              <a:gd name="connsiteY97" fmla="*/ 1048085 h 2515690"/>
              <a:gd name="connsiteX98" fmla="*/ 11232475 w 12192000"/>
              <a:gd name="connsiteY98" fmla="*/ 1049340 h 2515690"/>
              <a:gd name="connsiteX99" fmla="*/ 11302451 w 12192000"/>
              <a:gd name="connsiteY99" fmla="*/ 949091 h 2515690"/>
              <a:gd name="connsiteX100" fmla="*/ 11484849 w 12192000"/>
              <a:gd name="connsiteY100" fmla="*/ 1057667 h 2515690"/>
              <a:gd name="connsiteX101" fmla="*/ 11512818 w 12192000"/>
              <a:gd name="connsiteY101" fmla="*/ 1048926 h 2515690"/>
              <a:gd name="connsiteX102" fmla="*/ 11642481 w 12192000"/>
              <a:gd name="connsiteY102" fmla="*/ 1029355 h 2515690"/>
              <a:gd name="connsiteX103" fmla="*/ 11714551 w 12192000"/>
              <a:gd name="connsiteY103" fmla="*/ 1020966 h 2515690"/>
              <a:gd name="connsiteX104" fmla="*/ 11714551 w 12192000"/>
              <a:gd name="connsiteY104" fmla="*/ 1022389 h 2515690"/>
              <a:gd name="connsiteX105" fmla="*/ 11728519 w 12192000"/>
              <a:gd name="connsiteY105" fmla="*/ 1020975 h 2515690"/>
              <a:gd name="connsiteX106" fmla="*/ 11741691 w 12192000"/>
              <a:gd name="connsiteY106" fmla="*/ 1019651 h 2515690"/>
              <a:gd name="connsiteX107" fmla="*/ 11743999 w 12192000"/>
              <a:gd name="connsiteY107" fmla="*/ 1019424 h 2515690"/>
              <a:gd name="connsiteX108" fmla="*/ 11742709 w 12192000"/>
              <a:gd name="connsiteY108" fmla="*/ 1019549 h 2515690"/>
              <a:gd name="connsiteX109" fmla="*/ 11741691 w 12192000"/>
              <a:gd name="connsiteY109" fmla="*/ 1019651 h 2515690"/>
              <a:gd name="connsiteX110" fmla="*/ 11738529 w 12192000"/>
              <a:gd name="connsiteY110" fmla="*/ 1019963 h 2515690"/>
              <a:gd name="connsiteX111" fmla="*/ 11771791 w 12192000"/>
              <a:gd name="connsiteY111" fmla="*/ 1015977 h 2515690"/>
              <a:gd name="connsiteX112" fmla="*/ 11834157 w 12192000"/>
              <a:gd name="connsiteY112" fmla="*/ 1009499 h 2515690"/>
              <a:gd name="connsiteX113" fmla="*/ 11843354 w 12192000"/>
              <a:gd name="connsiteY113" fmla="*/ 1008273 h 2515690"/>
              <a:gd name="connsiteX114" fmla="*/ 11843354 w 12192000"/>
              <a:gd name="connsiteY114" fmla="*/ 1000151 h 2515690"/>
              <a:gd name="connsiteX115" fmla="*/ 11893955 w 12192000"/>
              <a:gd name="connsiteY115" fmla="*/ 983740 h 2515690"/>
              <a:gd name="connsiteX116" fmla="*/ 11974160 w 12192000"/>
              <a:gd name="connsiteY116" fmla="*/ 920897 h 2515690"/>
              <a:gd name="connsiteX117" fmla="*/ 12143531 w 12192000"/>
              <a:gd name="connsiteY117" fmla="*/ 823664 h 2515690"/>
              <a:gd name="connsiteX118" fmla="*/ 12192000 w 12192000"/>
              <a:gd name="connsiteY118" fmla="*/ 801163 h 2515690"/>
              <a:gd name="connsiteX119" fmla="*/ 12192000 w 12192000"/>
              <a:gd name="connsiteY119" fmla="*/ 2515690 h 2515690"/>
              <a:gd name="connsiteX120" fmla="*/ 0 w 12192000"/>
              <a:gd name="connsiteY120" fmla="*/ 2515690 h 2515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2192000" h="2515690">
                <a:moveTo>
                  <a:pt x="0" y="0"/>
                </a:moveTo>
                <a:lnTo>
                  <a:pt x="170442" y="96074"/>
                </a:lnTo>
                <a:cubicBezTo>
                  <a:pt x="323315" y="179510"/>
                  <a:pt x="418777" y="223899"/>
                  <a:pt x="424739" y="224865"/>
                </a:cubicBezTo>
                <a:cubicBezTo>
                  <a:pt x="573781" y="248496"/>
                  <a:pt x="654649" y="314572"/>
                  <a:pt x="748273" y="373939"/>
                </a:cubicBezTo>
                <a:cubicBezTo>
                  <a:pt x="830321" y="425631"/>
                  <a:pt x="917271" y="480784"/>
                  <a:pt x="1037058" y="499994"/>
                </a:cubicBezTo>
                <a:cubicBezTo>
                  <a:pt x="1195925" y="525362"/>
                  <a:pt x="1048105" y="445478"/>
                  <a:pt x="1101312" y="428540"/>
                </a:cubicBezTo>
                <a:cubicBezTo>
                  <a:pt x="1188473" y="458169"/>
                  <a:pt x="1274625" y="505369"/>
                  <a:pt x="1367071" y="516118"/>
                </a:cubicBezTo>
                <a:cubicBezTo>
                  <a:pt x="1701323" y="554463"/>
                  <a:pt x="1964451" y="648887"/>
                  <a:pt x="2189943" y="794533"/>
                </a:cubicBezTo>
                <a:cubicBezTo>
                  <a:pt x="2255082" y="836300"/>
                  <a:pt x="2357481" y="862342"/>
                  <a:pt x="2390329" y="920897"/>
                </a:cubicBezTo>
                <a:cubicBezTo>
                  <a:pt x="2406050" y="949359"/>
                  <a:pt x="2430126" y="969285"/>
                  <a:pt x="2459570" y="983740"/>
                </a:cubicBezTo>
                <a:lnTo>
                  <a:pt x="2503252" y="1000151"/>
                </a:lnTo>
                <a:lnTo>
                  <a:pt x="2503252" y="1008273"/>
                </a:lnTo>
                <a:lnTo>
                  <a:pt x="2511191" y="1009499"/>
                </a:lnTo>
                <a:cubicBezTo>
                  <a:pt x="2529847" y="1011974"/>
                  <a:pt x="2562849" y="1015701"/>
                  <a:pt x="2565029" y="1015977"/>
                </a:cubicBezTo>
                <a:cubicBezTo>
                  <a:pt x="2610845" y="1021778"/>
                  <a:pt x="2601577" y="1020837"/>
                  <a:pt x="2593745" y="1019963"/>
                </a:cubicBezTo>
                <a:lnTo>
                  <a:pt x="2591015" y="1019651"/>
                </a:lnTo>
                <a:lnTo>
                  <a:pt x="2590137" y="1019549"/>
                </a:lnTo>
                <a:cubicBezTo>
                  <a:pt x="2588203" y="1019326"/>
                  <a:pt x="2588125" y="1019321"/>
                  <a:pt x="2589021" y="1019424"/>
                </a:cubicBezTo>
                <a:lnTo>
                  <a:pt x="2591015" y="1019651"/>
                </a:lnTo>
                <a:lnTo>
                  <a:pt x="2602385" y="1020975"/>
                </a:lnTo>
                <a:lnTo>
                  <a:pt x="2614445" y="1022389"/>
                </a:lnTo>
                <a:lnTo>
                  <a:pt x="2614445" y="1020966"/>
                </a:lnTo>
                <a:lnTo>
                  <a:pt x="2676661" y="1029355"/>
                </a:lnTo>
                <a:cubicBezTo>
                  <a:pt x="2715592" y="1034194"/>
                  <a:pt x="2753901" y="1039695"/>
                  <a:pt x="2788597" y="1048926"/>
                </a:cubicBezTo>
                <a:lnTo>
                  <a:pt x="2812742" y="1057667"/>
                </a:lnTo>
                <a:lnTo>
                  <a:pt x="2970201" y="949091"/>
                </a:lnTo>
                <a:cubicBezTo>
                  <a:pt x="3052785" y="982961"/>
                  <a:pt x="2996105" y="1020057"/>
                  <a:pt x="3030610" y="1049340"/>
                </a:cubicBezTo>
                <a:cubicBezTo>
                  <a:pt x="3039005" y="1048442"/>
                  <a:pt x="3049621" y="1048500"/>
                  <a:pt x="3058913" y="1048085"/>
                </a:cubicBezTo>
                <a:lnTo>
                  <a:pt x="3072697" y="1045316"/>
                </a:lnTo>
                <a:lnTo>
                  <a:pt x="3083305" y="1040550"/>
                </a:lnTo>
                <a:lnTo>
                  <a:pt x="3125603" y="1004583"/>
                </a:lnTo>
                <a:cubicBezTo>
                  <a:pt x="3221669" y="925596"/>
                  <a:pt x="3242489" y="937564"/>
                  <a:pt x="3385106" y="1042233"/>
                </a:cubicBezTo>
                <a:cubicBezTo>
                  <a:pt x="3399403" y="1052670"/>
                  <a:pt x="3412529" y="1060209"/>
                  <a:pt x="3424945" y="1065268"/>
                </a:cubicBezTo>
                <a:lnTo>
                  <a:pt x="3436948" y="1068018"/>
                </a:lnTo>
                <a:lnTo>
                  <a:pt x="3466714" y="1063419"/>
                </a:lnTo>
                <a:lnTo>
                  <a:pt x="3550909" y="1044511"/>
                </a:lnTo>
                <a:lnTo>
                  <a:pt x="3555900" y="1041996"/>
                </a:lnTo>
                <a:cubicBezTo>
                  <a:pt x="3573827" y="1033454"/>
                  <a:pt x="3594382" y="1025941"/>
                  <a:pt x="3625978" y="1023459"/>
                </a:cubicBezTo>
                <a:lnTo>
                  <a:pt x="3632465" y="1023522"/>
                </a:lnTo>
                <a:lnTo>
                  <a:pt x="3649063" y="1018726"/>
                </a:lnTo>
                <a:cubicBezTo>
                  <a:pt x="3741849" y="989371"/>
                  <a:pt x="3810578" y="953657"/>
                  <a:pt x="3805954" y="917517"/>
                </a:cubicBezTo>
                <a:cubicBezTo>
                  <a:pt x="4031729" y="953901"/>
                  <a:pt x="4031729" y="953901"/>
                  <a:pt x="4020506" y="816231"/>
                </a:cubicBezTo>
                <a:cubicBezTo>
                  <a:pt x="4171643" y="865324"/>
                  <a:pt x="4206308" y="864422"/>
                  <a:pt x="4233682" y="799511"/>
                </a:cubicBezTo>
                <a:cubicBezTo>
                  <a:pt x="4260226" y="737017"/>
                  <a:pt x="4254728" y="668575"/>
                  <a:pt x="4306552" y="610207"/>
                </a:cubicBezTo>
                <a:cubicBezTo>
                  <a:pt x="4495313" y="657923"/>
                  <a:pt x="4699922" y="667347"/>
                  <a:pt x="4816604" y="773163"/>
                </a:cubicBezTo>
                <a:cubicBezTo>
                  <a:pt x="4834734" y="789836"/>
                  <a:pt x="4890507" y="799946"/>
                  <a:pt x="4916502" y="788104"/>
                </a:cubicBezTo>
                <a:cubicBezTo>
                  <a:pt x="5013526" y="746101"/>
                  <a:pt x="5238129" y="796871"/>
                  <a:pt x="5224415" y="674418"/>
                </a:cubicBezTo>
                <a:cubicBezTo>
                  <a:pt x="5223051" y="659300"/>
                  <a:pt x="5240524" y="644890"/>
                  <a:pt x="5274077" y="655978"/>
                </a:cubicBezTo>
                <a:cubicBezTo>
                  <a:pt x="5388582" y="694066"/>
                  <a:pt x="5367022" y="644784"/>
                  <a:pt x="5371217" y="614372"/>
                </a:cubicBezTo>
                <a:cubicBezTo>
                  <a:pt x="5375856" y="577567"/>
                  <a:pt x="5319010" y="537578"/>
                  <a:pt x="5364523" y="502501"/>
                </a:cubicBezTo>
                <a:cubicBezTo>
                  <a:pt x="5425408" y="508891"/>
                  <a:pt x="5433299" y="538191"/>
                  <a:pt x="5457871" y="558285"/>
                </a:cubicBezTo>
                <a:cubicBezTo>
                  <a:pt x="5530352" y="617005"/>
                  <a:pt x="5609566" y="664386"/>
                  <a:pt x="5750580" y="663503"/>
                </a:cubicBezTo>
                <a:cubicBezTo>
                  <a:pt x="5864519" y="662926"/>
                  <a:pt x="5966527" y="666650"/>
                  <a:pt x="5976618" y="582652"/>
                </a:cubicBezTo>
                <a:cubicBezTo>
                  <a:pt x="5978145" y="569455"/>
                  <a:pt x="5990792" y="562346"/>
                  <a:pt x="6009346" y="559470"/>
                </a:cubicBezTo>
                <a:cubicBezTo>
                  <a:pt x="6030639" y="568485"/>
                  <a:pt x="6052592" y="577083"/>
                  <a:pt x="6069735" y="587803"/>
                </a:cubicBezTo>
                <a:cubicBezTo>
                  <a:pt x="6126182" y="623812"/>
                  <a:pt x="6196945" y="634730"/>
                  <a:pt x="6270319" y="643982"/>
                </a:cubicBezTo>
                <a:cubicBezTo>
                  <a:pt x="6317101" y="649940"/>
                  <a:pt x="6363466" y="657107"/>
                  <a:pt x="6406781" y="672327"/>
                </a:cubicBezTo>
                <a:cubicBezTo>
                  <a:pt x="6433586" y="681598"/>
                  <a:pt x="6454928" y="693402"/>
                  <a:pt x="6469508" y="708574"/>
                </a:cubicBezTo>
                <a:cubicBezTo>
                  <a:pt x="6482729" y="721786"/>
                  <a:pt x="6496225" y="725422"/>
                  <a:pt x="6515869" y="715738"/>
                </a:cubicBezTo>
                <a:cubicBezTo>
                  <a:pt x="6572200" y="688353"/>
                  <a:pt x="6639257" y="676241"/>
                  <a:pt x="6725938" y="691128"/>
                </a:cubicBezTo>
                <a:cubicBezTo>
                  <a:pt x="6752109" y="695629"/>
                  <a:pt x="6772625" y="691505"/>
                  <a:pt x="6778240" y="678998"/>
                </a:cubicBezTo>
                <a:cubicBezTo>
                  <a:pt x="6784286" y="665981"/>
                  <a:pt x="6794269" y="655280"/>
                  <a:pt x="6806944" y="646178"/>
                </a:cubicBezTo>
                <a:lnTo>
                  <a:pt x="6830632" y="633915"/>
                </a:lnTo>
                <a:lnTo>
                  <a:pt x="6858072" y="646178"/>
                </a:lnTo>
                <a:cubicBezTo>
                  <a:pt x="6872754" y="655280"/>
                  <a:pt x="6884317" y="665981"/>
                  <a:pt x="6891322" y="678998"/>
                </a:cubicBezTo>
                <a:cubicBezTo>
                  <a:pt x="6897826" y="691505"/>
                  <a:pt x="6921592" y="695629"/>
                  <a:pt x="6951905" y="691128"/>
                </a:cubicBezTo>
                <a:cubicBezTo>
                  <a:pt x="7052317" y="676241"/>
                  <a:pt x="7129994" y="688353"/>
                  <a:pt x="7195246" y="715738"/>
                </a:cubicBezTo>
                <a:cubicBezTo>
                  <a:pt x="7217999" y="725422"/>
                  <a:pt x="7233634" y="721786"/>
                  <a:pt x="7248949" y="708574"/>
                </a:cubicBezTo>
                <a:cubicBezTo>
                  <a:pt x="7265838" y="693402"/>
                  <a:pt x="7290560" y="681598"/>
                  <a:pt x="7321609" y="672327"/>
                </a:cubicBezTo>
                <a:cubicBezTo>
                  <a:pt x="7371785" y="657107"/>
                  <a:pt x="7425493" y="649940"/>
                  <a:pt x="7479684" y="643982"/>
                </a:cubicBezTo>
                <a:cubicBezTo>
                  <a:pt x="7564679" y="634730"/>
                  <a:pt x="7646649" y="623812"/>
                  <a:pt x="7712035" y="587803"/>
                </a:cubicBezTo>
                <a:cubicBezTo>
                  <a:pt x="7731892" y="577083"/>
                  <a:pt x="7757322" y="568485"/>
                  <a:pt x="7781987" y="559470"/>
                </a:cubicBezTo>
                <a:cubicBezTo>
                  <a:pt x="7803481" y="562346"/>
                  <a:pt x="7818130" y="569455"/>
                  <a:pt x="7819900" y="582652"/>
                </a:cubicBezTo>
                <a:cubicBezTo>
                  <a:pt x="7831588" y="666650"/>
                  <a:pt x="7949751" y="662926"/>
                  <a:pt x="8081736" y="663503"/>
                </a:cubicBezTo>
                <a:cubicBezTo>
                  <a:pt x="8245081" y="664386"/>
                  <a:pt x="8336842" y="617005"/>
                  <a:pt x="8420801" y="558285"/>
                </a:cubicBezTo>
                <a:cubicBezTo>
                  <a:pt x="8449265" y="538191"/>
                  <a:pt x="8458404" y="508890"/>
                  <a:pt x="8528933" y="502501"/>
                </a:cubicBezTo>
                <a:cubicBezTo>
                  <a:pt x="8581654" y="537578"/>
                  <a:pt x="8515805" y="577567"/>
                  <a:pt x="8521178" y="614372"/>
                </a:cubicBezTo>
                <a:cubicBezTo>
                  <a:pt x="8526038" y="644784"/>
                  <a:pt x="8501063" y="694066"/>
                  <a:pt x="8633702" y="655978"/>
                </a:cubicBezTo>
                <a:cubicBezTo>
                  <a:pt x="8672570" y="644890"/>
                  <a:pt x="8692811" y="659300"/>
                  <a:pt x="8691231" y="674418"/>
                </a:cubicBezTo>
                <a:cubicBezTo>
                  <a:pt x="8675345" y="796871"/>
                  <a:pt x="8935518" y="746101"/>
                  <a:pt x="9047908" y="788104"/>
                </a:cubicBezTo>
                <a:cubicBezTo>
                  <a:pt x="9078021" y="799946"/>
                  <a:pt x="9142627" y="789836"/>
                  <a:pt x="9163628" y="773163"/>
                </a:cubicBezTo>
                <a:cubicBezTo>
                  <a:pt x="9298789" y="667347"/>
                  <a:pt x="9535801" y="657923"/>
                  <a:pt x="9754459" y="610207"/>
                </a:cubicBezTo>
                <a:cubicBezTo>
                  <a:pt x="9814490" y="668575"/>
                  <a:pt x="9808123" y="737017"/>
                  <a:pt x="9838868" y="799511"/>
                </a:cubicBezTo>
                <a:cubicBezTo>
                  <a:pt x="9870579" y="864422"/>
                  <a:pt x="9910733" y="865324"/>
                  <a:pt x="10085808" y="816231"/>
                </a:cubicBezTo>
                <a:cubicBezTo>
                  <a:pt x="10072804" y="953901"/>
                  <a:pt x="10072804" y="953901"/>
                  <a:pt x="10334338" y="917517"/>
                </a:cubicBezTo>
                <a:cubicBezTo>
                  <a:pt x="10328982" y="953657"/>
                  <a:pt x="10408594" y="989371"/>
                  <a:pt x="10516076" y="1018726"/>
                </a:cubicBezTo>
                <a:lnTo>
                  <a:pt x="10535302" y="1023522"/>
                </a:lnTo>
                <a:lnTo>
                  <a:pt x="10542819" y="1023458"/>
                </a:lnTo>
                <a:cubicBezTo>
                  <a:pt x="10579419" y="1025941"/>
                  <a:pt x="10603227" y="1033454"/>
                  <a:pt x="10623994" y="1041996"/>
                </a:cubicBezTo>
                <a:lnTo>
                  <a:pt x="10629774" y="1044511"/>
                </a:lnTo>
                <a:lnTo>
                  <a:pt x="10727305" y="1063419"/>
                </a:lnTo>
                <a:lnTo>
                  <a:pt x="10761785" y="1068017"/>
                </a:lnTo>
                <a:lnTo>
                  <a:pt x="10775688" y="1065268"/>
                </a:lnTo>
                <a:cubicBezTo>
                  <a:pt x="10790070" y="1060209"/>
                  <a:pt x="10805275" y="1052670"/>
                  <a:pt x="10821837" y="1042232"/>
                </a:cubicBezTo>
                <a:cubicBezTo>
                  <a:pt x="10987041" y="937564"/>
                  <a:pt x="11011156" y="925596"/>
                  <a:pt x="11122438" y="1004583"/>
                </a:cubicBezTo>
                <a:lnTo>
                  <a:pt x="11171433" y="1040550"/>
                </a:lnTo>
                <a:lnTo>
                  <a:pt x="11183724" y="1045316"/>
                </a:lnTo>
                <a:lnTo>
                  <a:pt x="11199690" y="1048085"/>
                </a:lnTo>
                <a:cubicBezTo>
                  <a:pt x="11210452" y="1048499"/>
                  <a:pt x="11222752" y="1048442"/>
                  <a:pt x="11232475" y="1049340"/>
                </a:cubicBezTo>
                <a:cubicBezTo>
                  <a:pt x="11272445" y="1020057"/>
                  <a:pt x="11206789" y="982961"/>
                  <a:pt x="11302451" y="949091"/>
                </a:cubicBezTo>
                <a:lnTo>
                  <a:pt x="11484849" y="1057667"/>
                </a:lnTo>
                <a:lnTo>
                  <a:pt x="11512818" y="1048926"/>
                </a:lnTo>
                <a:cubicBezTo>
                  <a:pt x="11553007" y="1039695"/>
                  <a:pt x="11597385" y="1034194"/>
                  <a:pt x="11642481" y="1029355"/>
                </a:cubicBezTo>
                <a:lnTo>
                  <a:pt x="11714551" y="1020966"/>
                </a:lnTo>
                <a:lnTo>
                  <a:pt x="11714551" y="1022389"/>
                </a:lnTo>
                <a:lnTo>
                  <a:pt x="11728519" y="1020975"/>
                </a:lnTo>
                <a:lnTo>
                  <a:pt x="11741691" y="1019651"/>
                </a:lnTo>
                <a:lnTo>
                  <a:pt x="11743999" y="1019424"/>
                </a:lnTo>
                <a:cubicBezTo>
                  <a:pt x="11745037" y="1019320"/>
                  <a:pt x="11744948" y="1019326"/>
                  <a:pt x="11742709" y="1019549"/>
                </a:cubicBezTo>
                <a:lnTo>
                  <a:pt x="11741691" y="1019651"/>
                </a:lnTo>
                <a:lnTo>
                  <a:pt x="11738529" y="1019963"/>
                </a:lnTo>
                <a:cubicBezTo>
                  <a:pt x="11729455" y="1020837"/>
                  <a:pt x="11718720" y="1021778"/>
                  <a:pt x="11771791" y="1015977"/>
                </a:cubicBezTo>
                <a:cubicBezTo>
                  <a:pt x="11774317" y="1015701"/>
                  <a:pt x="11812546" y="1011974"/>
                  <a:pt x="11834157" y="1009499"/>
                </a:cubicBezTo>
                <a:lnTo>
                  <a:pt x="11843354" y="1008273"/>
                </a:lnTo>
                <a:lnTo>
                  <a:pt x="11843354" y="1000151"/>
                </a:lnTo>
                <a:lnTo>
                  <a:pt x="11893955" y="983740"/>
                </a:lnTo>
                <a:cubicBezTo>
                  <a:pt x="11928061" y="969285"/>
                  <a:pt x="11955951" y="949359"/>
                  <a:pt x="11974160" y="920897"/>
                </a:cubicBezTo>
                <a:cubicBezTo>
                  <a:pt x="12002698" y="876981"/>
                  <a:pt x="12076554" y="851353"/>
                  <a:pt x="12143531" y="823664"/>
                </a:cubicBezTo>
                <a:lnTo>
                  <a:pt x="12192000" y="801163"/>
                </a:lnTo>
                <a:lnTo>
                  <a:pt x="12192000" y="2515690"/>
                </a:lnTo>
                <a:lnTo>
                  <a:pt x="0" y="251569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7" name="Title 6"/>
          <p:cNvSpPr>
            <a:spLocks noGrp="1"/>
          </p:cNvSpPr>
          <p:nvPr>
            <p:ph type="title"/>
          </p:nvPr>
        </p:nvSpPr>
        <p:spPr>
          <a:xfrm>
            <a:off x="628650" y="365125"/>
            <a:ext cx="7886700" cy="930275"/>
          </a:xfrm>
        </p:spPr>
        <p:txBody>
          <a:bodyPr>
            <a:noAutofit/>
          </a:bodyPr>
          <a:lstStyle/>
          <a:p>
            <a:br>
              <a:rPr lang="en-US" sz="2400" dirty="0">
                <a:latin typeface="Times New Roman" pitchFamily="18" charset="0"/>
                <a:cs typeface="Times New Roman" pitchFamily="18" charset="0"/>
              </a:rPr>
            </a:br>
            <a:r>
              <a:rPr lang="en-US" sz="2400" b="1" dirty="0">
                <a:latin typeface="Times New Roman" pitchFamily="18" charset="0"/>
                <a:cs typeface="Times New Roman" pitchFamily="18" charset="0"/>
              </a:rPr>
              <a:t>Background about the Company</a:t>
            </a:r>
            <a:br>
              <a:rPr lang="en-US" sz="2400" b="1" dirty="0">
                <a:latin typeface="Times New Roman" pitchFamily="18" charset="0"/>
                <a:cs typeface="Times New Roman" pitchFamily="18" charset="0"/>
              </a:rPr>
            </a:br>
            <a:br>
              <a:rPr lang="en-US" sz="2400" dirty="0">
                <a:latin typeface="Times New Roman" pitchFamily="18" charset="0"/>
                <a:cs typeface="Times New Roman" pitchFamily="18" charset="0"/>
              </a:rPr>
            </a:br>
            <a:r>
              <a:rPr lang="en-US" sz="2400" dirty="0"/>
              <a:t> </a:t>
            </a:r>
          </a:p>
        </p:txBody>
      </p:sp>
      <p:sp>
        <p:nvSpPr>
          <p:cNvPr id="3" name="Content Placeholder 2"/>
          <p:cNvSpPr>
            <a:spLocks noGrp="1"/>
          </p:cNvSpPr>
          <p:nvPr>
            <p:ph idx="1"/>
          </p:nvPr>
        </p:nvSpPr>
        <p:spPr>
          <a:xfrm>
            <a:off x="1840391" y="2799790"/>
            <a:ext cx="5432598" cy="2997334"/>
          </a:xfrm>
        </p:spPr>
        <p:txBody>
          <a:bodyPr>
            <a:normAutofit/>
          </a:bodyPr>
          <a:lstStyle/>
          <a:p>
            <a:pPr marL="116586" indent="-116586" defTabSz="466344">
              <a:spcBef>
                <a:spcPts val="510"/>
              </a:spcBef>
              <a:buNone/>
            </a:pPr>
            <a:endParaRPr lang="en-US" sz="1904" kern="1200">
              <a:solidFill>
                <a:schemeClr val="tx1"/>
              </a:solidFill>
              <a:latin typeface="+mn-lt"/>
              <a:ea typeface="+mn-ea"/>
              <a:cs typeface="+mn-cs"/>
            </a:endParaRPr>
          </a:p>
          <a:p>
            <a:pPr marL="381000" lvl="0" indent="-381000" fontAlgn="base">
              <a:spcAft>
                <a:spcPct val="0"/>
              </a:spcAft>
              <a:buSzPct val="85000"/>
              <a:buNone/>
              <a:defRPr/>
            </a:pPr>
            <a:endParaRPr kumimoji="1" lang="en-GB" sz="2800" dirty="0">
              <a:solidFill>
                <a:srgbClr val="000000"/>
              </a:solidFill>
              <a:latin typeface="Arial"/>
              <a:ea typeface="ＭＳ Ｐゴシック" panose="020B0600070205080204" pitchFamily="34" charset="-128"/>
            </a:endParaRPr>
          </a:p>
        </p:txBody>
      </p:sp>
      <p:sp>
        <p:nvSpPr>
          <p:cNvPr id="5" name="Slide Number Placeholder 4"/>
          <p:cNvSpPr>
            <a:spLocks noGrp="1"/>
          </p:cNvSpPr>
          <p:nvPr>
            <p:ph type="sldNum" sz="quarter" idx="12"/>
          </p:nvPr>
        </p:nvSpPr>
        <p:spPr>
          <a:xfrm>
            <a:off x="5921401" y="5920691"/>
            <a:ext cx="1469688" cy="251509"/>
          </a:xfrm>
          <a:prstGeom prst="rect">
            <a:avLst/>
          </a:prstGeom>
        </p:spPr>
        <p:txBody>
          <a:bodyPr/>
          <a:lstStyle/>
          <a:p>
            <a:pPr defTabSz="621792">
              <a:spcAft>
                <a:spcPts val="600"/>
              </a:spcAft>
            </a:pPr>
            <a:fld id="{7E05F5E1-22EE-4C36-BC92-689A5EB018A2}" type="slidenum">
              <a:rPr lang="en-US" sz="612" kern="1200">
                <a:solidFill>
                  <a:schemeClr val="tx1">
                    <a:tint val="75000"/>
                  </a:schemeClr>
                </a:solidFill>
                <a:latin typeface="+mn-lt"/>
                <a:ea typeface="+mn-ea"/>
                <a:cs typeface="+mn-cs"/>
              </a:rPr>
              <a:pPr defTabSz="621792">
                <a:spcAft>
                  <a:spcPts val="600"/>
                </a:spcAft>
              </a:pPr>
              <a:t>3</a:t>
            </a:fld>
            <a:endParaRPr lang="en-US"/>
          </a:p>
        </p:txBody>
      </p:sp>
      <p:sp>
        <p:nvSpPr>
          <p:cNvPr id="6" name="Rectangle 5"/>
          <p:cNvSpPr/>
          <p:nvPr/>
        </p:nvSpPr>
        <p:spPr>
          <a:xfrm>
            <a:off x="1752910" y="3326866"/>
            <a:ext cx="6248090" cy="3247043"/>
          </a:xfrm>
          <a:prstGeom prst="rect">
            <a:avLst/>
          </a:prstGeom>
        </p:spPr>
        <p:txBody>
          <a:bodyPr wrap="square">
            <a:spAutoFit/>
          </a:bodyPr>
          <a:lstStyle/>
          <a:p>
            <a:pPr defTabSz="621792" fontAlgn="base">
              <a:spcAft>
                <a:spcPts val="600"/>
              </a:spcAft>
            </a:pPr>
            <a:r>
              <a:rPr lang="en-US" sz="2000" kern="1200" dirty="0">
                <a:solidFill>
                  <a:srgbClr val="221E20"/>
                </a:solidFill>
                <a:latin typeface="Rubic"/>
                <a:ea typeface="+mn-ea"/>
                <a:cs typeface="+mn-cs"/>
              </a:rPr>
              <a:t>Formerly known as Wataniya Mobile, Ooredoo Palestine launched its commercial services in November 2009 in the West Bank, We work at Ooredoo to offer a range of services and products tailored to the needs of individuals and businesses in Palestine. We offer subscribers complete and easy to use communication software that gives them real value as well as best coverage, best quality and best services.</a:t>
            </a:r>
          </a:p>
          <a:p>
            <a:pPr defTabSz="621792">
              <a:spcAft>
                <a:spcPts val="600"/>
              </a:spcAft>
            </a:pPr>
            <a:br>
              <a:rPr lang="en-US" sz="2000" kern="1200" dirty="0">
                <a:solidFill>
                  <a:schemeClr val="tx1"/>
                </a:solidFill>
                <a:latin typeface="+mn-lt"/>
                <a:ea typeface="+mn-ea"/>
                <a:cs typeface="+mn-cs"/>
              </a:rPr>
            </a:br>
            <a:endParaRPr lang="en-US" sz="2000" dirty="0"/>
          </a:p>
        </p:txBody>
      </p:sp>
      <p:pic>
        <p:nvPicPr>
          <p:cNvPr id="4" name="Picture 3" descr="A red and white circle with white text&#10;&#10;Description automatically generated">
            <a:extLst>
              <a:ext uri="{FF2B5EF4-FFF2-40B4-BE49-F238E27FC236}">
                <a16:creationId xmlns:a16="http://schemas.microsoft.com/office/drawing/2014/main" id="{08F1824E-F8C4-AEEB-3E9F-5B1CE47522B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24937" y="1822476"/>
            <a:ext cx="3196463" cy="2130975"/>
          </a:xfrm>
          <a:prstGeom prst="rect">
            <a:avLst/>
          </a:prstGeom>
        </p:spPr>
      </p:pic>
    </p:spTree>
    <p:extLst>
      <p:ext uri="{BB962C8B-B14F-4D97-AF65-F5344CB8AC3E}">
        <p14:creationId xmlns:p14="http://schemas.microsoft.com/office/powerpoint/2010/main" val="7514159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8953E74-D241-4DDF-8508-F0365EA13A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5C3C901A-B2F4-4A3C-BCDD-7C8D587EC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9144000" cy="2371134"/>
          </a:xfrm>
          <a:custGeom>
            <a:avLst/>
            <a:gdLst>
              <a:gd name="connsiteX0" fmla="*/ 0 w 12192000"/>
              <a:gd name="connsiteY0" fmla="*/ 0 h 2515690"/>
              <a:gd name="connsiteX1" fmla="*/ 170442 w 12192000"/>
              <a:gd name="connsiteY1" fmla="*/ 96074 h 2515690"/>
              <a:gd name="connsiteX2" fmla="*/ 424739 w 12192000"/>
              <a:gd name="connsiteY2" fmla="*/ 224865 h 2515690"/>
              <a:gd name="connsiteX3" fmla="*/ 748273 w 12192000"/>
              <a:gd name="connsiteY3" fmla="*/ 373939 h 2515690"/>
              <a:gd name="connsiteX4" fmla="*/ 1037058 w 12192000"/>
              <a:gd name="connsiteY4" fmla="*/ 499994 h 2515690"/>
              <a:gd name="connsiteX5" fmla="*/ 1101312 w 12192000"/>
              <a:gd name="connsiteY5" fmla="*/ 428540 h 2515690"/>
              <a:gd name="connsiteX6" fmla="*/ 1367071 w 12192000"/>
              <a:gd name="connsiteY6" fmla="*/ 516118 h 2515690"/>
              <a:gd name="connsiteX7" fmla="*/ 2189943 w 12192000"/>
              <a:gd name="connsiteY7" fmla="*/ 794533 h 2515690"/>
              <a:gd name="connsiteX8" fmla="*/ 2390329 w 12192000"/>
              <a:gd name="connsiteY8" fmla="*/ 920897 h 2515690"/>
              <a:gd name="connsiteX9" fmla="*/ 2459570 w 12192000"/>
              <a:gd name="connsiteY9" fmla="*/ 983740 h 2515690"/>
              <a:gd name="connsiteX10" fmla="*/ 2503252 w 12192000"/>
              <a:gd name="connsiteY10" fmla="*/ 1000151 h 2515690"/>
              <a:gd name="connsiteX11" fmla="*/ 2503252 w 12192000"/>
              <a:gd name="connsiteY11" fmla="*/ 1008273 h 2515690"/>
              <a:gd name="connsiteX12" fmla="*/ 2511191 w 12192000"/>
              <a:gd name="connsiteY12" fmla="*/ 1009499 h 2515690"/>
              <a:gd name="connsiteX13" fmla="*/ 2565029 w 12192000"/>
              <a:gd name="connsiteY13" fmla="*/ 1015977 h 2515690"/>
              <a:gd name="connsiteX14" fmla="*/ 2593745 w 12192000"/>
              <a:gd name="connsiteY14" fmla="*/ 1019963 h 2515690"/>
              <a:gd name="connsiteX15" fmla="*/ 2591015 w 12192000"/>
              <a:gd name="connsiteY15" fmla="*/ 1019651 h 2515690"/>
              <a:gd name="connsiteX16" fmla="*/ 2590137 w 12192000"/>
              <a:gd name="connsiteY16" fmla="*/ 1019549 h 2515690"/>
              <a:gd name="connsiteX17" fmla="*/ 2589021 w 12192000"/>
              <a:gd name="connsiteY17" fmla="*/ 1019424 h 2515690"/>
              <a:gd name="connsiteX18" fmla="*/ 2591015 w 12192000"/>
              <a:gd name="connsiteY18" fmla="*/ 1019651 h 2515690"/>
              <a:gd name="connsiteX19" fmla="*/ 2602385 w 12192000"/>
              <a:gd name="connsiteY19" fmla="*/ 1020975 h 2515690"/>
              <a:gd name="connsiteX20" fmla="*/ 2614445 w 12192000"/>
              <a:gd name="connsiteY20" fmla="*/ 1022389 h 2515690"/>
              <a:gd name="connsiteX21" fmla="*/ 2614445 w 12192000"/>
              <a:gd name="connsiteY21" fmla="*/ 1020966 h 2515690"/>
              <a:gd name="connsiteX22" fmla="*/ 2676661 w 12192000"/>
              <a:gd name="connsiteY22" fmla="*/ 1029355 h 2515690"/>
              <a:gd name="connsiteX23" fmla="*/ 2788597 w 12192000"/>
              <a:gd name="connsiteY23" fmla="*/ 1048926 h 2515690"/>
              <a:gd name="connsiteX24" fmla="*/ 2812742 w 12192000"/>
              <a:gd name="connsiteY24" fmla="*/ 1057667 h 2515690"/>
              <a:gd name="connsiteX25" fmla="*/ 2970201 w 12192000"/>
              <a:gd name="connsiteY25" fmla="*/ 949091 h 2515690"/>
              <a:gd name="connsiteX26" fmla="*/ 3030610 w 12192000"/>
              <a:gd name="connsiteY26" fmla="*/ 1049340 h 2515690"/>
              <a:gd name="connsiteX27" fmla="*/ 3058913 w 12192000"/>
              <a:gd name="connsiteY27" fmla="*/ 1048085 h 2515690"/>
              <a:gd name="connsiteX28" fmla="*/ 3072697 w 12192000"/>
              <a:gd name="connsiteY28" fmla="*/ 1045316 h 2515690"/>
              <a:gd name="connsiteX29" fmla="*/ 3083305 w 12192000"/>
              <a:gd name="connsiteY29" fmla="*/ 1040550 h 2515690"/>
              <a:gd name="connsiteX30" fmla="*/ 3125603 w 12192000"/>
              <a:gd name="connsiteY30" fmla="*/ 1004583 h 2515690"/>
              <a:gd name="connsiteX31" fmla="*/ 3385106 w 12192000"/>
              <a:gd name="connsiteY31" fmla="*/ 1042233 h 2515690"/>
              <a:gd name="connsiteX32" fmla="*/ 3424945 w 12192000"/>
              <a:gd name="connsiteY32" fmla="*/ 1065268 h 2515690"/>
              <a:gd name="connsiteX33" fmla="*/ 3436948 w 12192000"/>
              <a:gd name="connsiteY33" fmla="*/ 1068018 h 2515690"/>
              <a:gd name="connsiteX34" fmla="*/ 3466714 w 12192000"/>
              <a:gd name="connsiteY34" fmla="*/ 1063419 h 2515690"/>
              <a:gd name="connsiteX35" fmla="*/ 3550909 w 12192000"/>
              <a:gd name="connsiteY35" fmla="*/ 1044511 h 2515690"/>
              <a:gd name="connsiteX36" fmla="*/ 3555900 w 12192000"/>
              <a:gd name="connsiteY36" fmla="*/ 1041996 h 2515690"/>
              <a:gd name="connsiteX37" fmla="*/ 3625978 w 12192000"/>
              <a:gd name="connsiteY37" fmla="*/ 1023459 h 2515690"/>
              <a:gd name="connsiteX38" fmla="*/ 3632465 w 12192000"/>
              <a:gd name="connsiteY38" fmla="*/ 1023522 h 2515690"/>
              <a:gd name="connsiteX39" fmla="*/ 3649063 w 12192000"/>
              <a:gd name="connsiteY39" fmla="*/ 1018726 h 2515690"/>
              <a:gd name="connsiteX40" fmla="*/ 3805954 w 12192000"/>
              <a:gd name="connsiteY40" fmla="*/ 917517 h 2515690"/>
              <a:gd name="connsiteX41" fmla="*/ 4020506 w 12192000"/>
              <a:gd name="connsiteY41" fmla="*/ 816231 h 2515690"/>
              <a:gd name="connsiteX42" fmla="*/ 4233682 w 12192000"/>
              <a:gd name="connsiteY42" fmla="*/ 799511 h 2515690"/>
              <a:gd name="connsiteX43" fmla="*/ 4306552 w 12192000"/>
              <a:gd name="connsiteY43" fmla="*/ 610207 h 2515690"/>
              <a:gd name="connsiteX44" fmla="*/ 4816604 w 12192000"/>
              <a:gd name="connsiteY44" fmla="*/ 773163 h 2515690"/>
              <a:gd name="connsiteX45" fmla="*/ 4916502 w 12192000"/>
              <a:gd name="connsiteY45" fmla="*/ 788104 h 2515690"/>
              <a:gd name="connsiteX46" fmla="*/ 5224415 w 12192000"/>
              <a:gd name="connsiteY46" fmla="*/ 674418 h 2515690"/>
              <a:gd name="connsiteX47" fmla="*/ 5274077 w 12192000"/>
              <a:gd name="connsiteY47" fmla="*/ 655978 h 2515690"/>
              <a:gd name="connsiteX48" fmla="*/ 5371217 w 12192000"/>
              <a:gd name="connsiteY48" fmla="*/ 614372 h 2515690"/>
              <a:gd name="connsiteX49" fmla="*/ 5364523 w 12192000"/>
              <a:gd name="connsiteY49" fmla="*/ 502501 h 2515690"/>
              <a:gd name="connsiteX50" fmla="*/ 5457871 w 12192000"/>
              <a:gd name="connsiteY50" fmla="*/ 558285 h 2515690"/>
              <a:gd name="connsiteX51" fmla="*/ 5750580 w 12192000"/>
              <a:gd name="connsiteY51" fmla="*/ 663503 h 2515690"/>
              <a:gd name="connsiteX52" fmla="*/ 5976618 w 12192000"/>
              <a:gd name="connsiteY52" fmla="*/ 582652 h 2515690"/>
              <a:gd name="connsiteX53" fmla="*/ 6009346 w 12192000"/>
              <a:gd name="connsiteY53" fmla="*/ 559470 h 2515690"/>
              <a:gd name="connsiteX54" fmla="*/ 6069735 w 12192000"/>
              <a:gd name="connsiteY54" fmla="*/ 587803 h 2515690"/>
              <a:gd name="connsiteX55" fmla="*/ 6270319 w 12192000"/>
              <a:gd name="connsiteY55" fmla="*/ 643982 h 2515690"/>
              <a:gd name="connsiteX56" fmla="*/ 6406781 w 12192000"/>
              <a:gd name="connsiteY56" fmla="*/ 672327 h 2515690"/>
              <a:gd name="connsiteX57" fmla="*/ 6469508 w 12192000"/>
              <a:gd name="connsiteY57" fmla="*/ 708574 h 2515690"/>
              <a:gd name="connsiteX58" fmla="*/ 6515869 w 12192000"/>
              <a:gd name="connsiteY58" fmla="*/ 715738 h 2515690"/>
              <a:gd name="connsiteX59" fmla="*/ 6725938 w 12192000"/>
              <a:gd name="connsiteY59" fmla="*/ 691128 h 2515690"/>
              <a:gd name="connsiteX60" fmla="*/ 6778240 w 12192000"/>
              <a:gd name="connsiteY60" fmla="*/ 678998 h 2515690"/>
              <a:gd name="connsiteX61" fmla="*/ 6806944 w 12192000"/>
              <a:gd name="connsiteY61" fmla="*/ 646178 h 2515690"/>
              <a:gd name="connsiteX62" fmla="*/ 6830632 w 12192000"/>
              <a:gd name="connsiteY62" fmla="*/ 633915 h 2515690"/>
              <a:gd name="connsiteX63" fmla="*/ 6858072 w 12192000"/>
              <a:gd name="connsiteY63" fmla="*/ 646178 h 2515690"/>
              <a:gd name="connsiteX64" fmla="*/ 6891322 w 12192000"/>
              <a:gd name="connsiteY64" fmla="*/ 678998 h 2515690"/>
              <a:gd name="connsiteX65" fmla="*/ 6951905 w 12192000"/>
              <a:gd name="connsiteY65" fmla="*/ 691128 h 2515690"/>
              <a:gd name="connsiteX66" fmla="*/ 7195246 w 12192000"/>
              <a:gd name="connsiteY66" fmla="*/ 715738 h 2515690"/>
              <a:gd name="connsiteX67" fmla="*/ 7248949 w 12192000"/>
              <a:gd name="connsiteY67" fmla="*/ 708574 h 2515690"/>
              <a:gd name="connsiteX68" fmla="*/ 7321609 w 12192000"/>
              <a:gd name="connsiteY68" fmla="*/ 672327 h 2515690"/>
              <a:gd name="connsiteX69" fmla="*/ 7479684 w 12192000"/>
              <a:gd name="connsiteY69" fmla="*/ 643982 h 2515690"/>
              <a:gd name="connsiteX70" fmla="*/ 7712035 w 12192000"/>
              <a:gd name="connsiteY70" fmla="*/ 587803 h 2515690"/>
              <a:gd name="connsiteX71" fmla="*/ 7781987 w 12192000"/>
              <a:gd name="connsiteY71" fmla="*/ 559470 h 2515690"/>
              <a:gd name="connsiteX72" fmla="*/ 7819900 w 12192000"/>
              <a:gd name="connsiteY72" fmla="*/ 582652 h 2515690"/>
              <a:gd name="connsiteX73" fmla="*/ 8081736 w 12192000"/>
              <a:gd name="connsiteY73" fmla="*/ 663503 h 2515690"/>
              <a:gd name="connsiteX74" fmla="*/ 8420801 w 12192000"/>
              <a:gd name="connsiteY74" fmla="*/ 558285 h 2515690"/>
              <a:gd name="connsiteX75" fmla="*/ 8528933 w 12192000"/>
              <a:gd name="connsiteY75" fmla="*/ 502501 h 2515690"/>
              <a:gd name="connsiteX76" fmla="*/ 8521178 w 12192000"/>
              <a:gd name="connsiteY76" fmla="*/ 614372 h 2515690"/>
              <a:gd name="connsiteX77" fmla="*/ 8633702 w 12192000"/>
              <a:gd name="connsiteY77" fmla="*/ 655978 h 2515690"/>
              <a:gd name="connsiteX78" fmla="*/ 8691231 w 12192000"/>
              <a:gd name="connsiteY78" fmla="*/ 674418 h 2515690"/>
              <a:gd name="connsiteX79" fmla="*/ 9047908 w 12192000"/>
              <a:gd name="connsiteY79" fmla="*/ 788104 h 2515690"/>
              <a:gd name="connsiteX80" fmla="*/ 9163628 w 12192000"/>
              <a:gd name="connsiteY80" fmla="*/ 773163 h 2515690"/>
              <a:gd name="connsiteX81" fmla="*/ 9754459 w 12192000"/>
              <a:gd name="connsiteY81" fmla="*/ 610207 h 2515690"/>
              <a:gd name="connsiteX82" fmla="*/ 9838868 w 12192000"/>
              <a:gd name="connsiteY82" fmla="*/ 799511 h 2515690"/>
              <a:gd name="connsiteX83" fmla="*/ 10085808 w 12192000"/>
              <a:gd name="connsiteY83" fmla="*/ 816231 h 2515690"/>
              <a:gd name="connsiteX84" fmla="*/ 10334338 w 12192000"/>
              <a:gd name="connsiteY84" fmla="*/ 917517 h 2515690"/>
              <a:gd name="connsiteX85" fmla="*/ 10516076 w 12192000"/>
              <a:gd name="connsiteY85" fmla="*/ 1018726 h 2515690"/>
              <a:gd name="connsiteX86" fmla="*/ 10535302 w 12192000"/>
              <a:gd name="connsiteY86" fmla="*/ 1023522 h 2515690"/>
              <a:gd name="connsiteX87" fmla="*/ 10542819 w 12192000"/>
              <a:gd name="connsiteY87" fmla="*/ 1023458 h 2515690"/>
              <a:gd name="connsiteX88" fmla="*/ 10623994 w 12192000"/>
              <a:gd name="connsiteY88" fmla="*/ 1041996 h 2515690"/>
              <a:gd name="connsiteX89" fmla="*/ 10629774 w 12192000"/>
              <a:gd name="connsiteY89" fmla="*/ 1044511 h 2515690"/>
              <a:gd name="connsiteX90" fmla="*/ 10727305 w 12192000"/>
              <a:gd name="connsiteY90" fmla="*/ 1063419 h 2515690"/>
              <a:gd name="connsiteX91" fmla="*/ 10761785 w 12192000"/>
              <a:gd name="connsiteY91" fmla="*/ 1068017 h 2515690"/>
              <a:gd name="connsiteX92" fmla="*/ 10775688 w 12192000"/>
              <a:gd name="connsiteY92" fmla="*/ 1065268 h 2515690"/>
              <a:gd name="connsiteX93" fmla="*/ 10821837 w 12192000"/>
              <a:gd name="connsiteY93" fmla="*/ 1042232 h 2515690"/>
              <a:gd name="connsiteX94" fmla="*/ 11122438 w 12192000"/>
              <a:gd name="connsiteY94" fmla="*/ 1004583 h 2515690"/>
              <a:gd name="connsiteX95" fmla="*/ 11171433 w 12192000"/>
              <a:gd name="connsiteY95" fmla="*/ 1040550 h 2515690"/>
              <a:gd name="connsiteX96" fmla="*/ 11183724 w 12192000"/>
              <a:gd name="connsiteY96" fmla="*/ 1045316 h 2515690"/>
              <a:gd name="connsiteX97" fmla="*/ 11199690 w 12192000"/>
              <a:gd name="connsiteY97" fmla="*/ 1048085 h 2515690"/>
              <a:gd name="connsiteX98" fmla="*/ 11232475 w 12192000"/>
              <a:gd name="connsiteY98" fmla="*/ 1049340 h 2515690"/>
              <a:gd name="connsiteX99" fmla="*/ 11302451 w 12192000"/>
              <a:gd name="connsiteY99" fmla="*/ 949091 h 2515690"/>
              <a:gd name="connsiteX100" fmla="*/ 11484849 w 12192000"/>
              <a:gd name="connsiteY100" fmla="*/ 1057667 h 2515690"/>
              <a:gd name="connsiteX101" fmla="*/ 11512818 w 12192000"/>
              <a:gd name="connsiteY101" fmla="*/ 1048926 h 2515690"/>
              <a:gd name="connsiteX102" fmla="*/ 11642481 w 12192000"/>
              <a:gd name="connsiteY102" fmla="*/ 1029355 h 2515690"/>
              <a:gd name="connsiteX103" fmla="*/ 11714551 w 12192000"/>
              <a:gd name="connsiteY103" fmla="*/ 1020966 h 2515690"/>
              <a:gd name="connsiteX104" fmla="*/ 11714551 w 12192000"/>
              <a:gd name="connsiteY104" fmla="*/ 1022389 h 2515690"/>
              <a:gd name="connsiteX105" fmla="*/ 11728519 w 12192000"/>
              <a:gd name="connsiteY105" fmla="*/ 1020975 h 2515690"/>
              <a:gd name="connsiteX106" fmla="*/ 11741691 w 12192000"/>
              <a:gd name="connsiteY106" fmla="*/ 1019651 h 2515690"/>
              <a:gd name="connsiteX107" fmla="*/ 11743999 w 12192000"/>
              <a:gd name="connsiteY107" fmla="*/ 1019424 h 2515690"/>
              <a:gd name="connsiteX108" fmla="*/ 11742709 w 12192000"/>
              <a:gd name="connsiteY108" fmla="*/ 1019549 h 2515690"/>
              <a:gd name="connsiteX109" fmla="*/ 11741691 w 12192000"/>
              <a:gd name="connsiteY109" fmla="*/ 1019651 h 2515690"/>
              <a:gd name="connsiteX110" fmla="*/ 11738529 w 12192000"/>
              <a:gd name="connsiteY110" fmla="*/ 1019963 h 2515690"/>
              <a:gd name="connsiteX111" fmla="*/ 11771791 w 12192000"/>
              <a:gd name="connsiteY111" fmla="*/ 1015977 h 2515690"/>
              <a:gd name="connsiteX112" fmla="*/ 11834157 w 12192000"/>
              <a:gd name="connsiteY112" fmla="*/ 1009499 h 2515690"/>
              <a:gd name="connsiteX113" fmla="*/ 11843354 w 12192000"/>
              <a:gd name="connsiteY113" fmla="*/ 1008273 h 2515690"/>
              <a:gd name="connsiteX114" fmla="*/ 11843354 w 12192000"/>
              <a:gd name="connsiteY114" fmla="*/ 1000151 h 2515690"/>
              <a:gd name="connsiteX115" fmla="*/ 11893955 w 12192000"/>
              <a:gd name="connsiteY115" fmla="*/ 983740 h 2515690"/>
              <a:gd name="connsiteX116" fmla="*/ 11974160 w 12192000"/>
              <a:gd name="connsiteY116" fmla="*/ 920897 h 2515690"/>
              <a:gd name="connsiteX117" fmla="*/ 12143531 w 12192000"/>
              <a:gd name="connsiteY117" fmla="*/ 823664 h 2515690"/>
              <a:gd name="connsiteX118" fmla="*/ 12192000 w 12192000"/>
              <a:gd name="connsiteY118" fmla="*/ 801163 h 2515690"/>
              <a:gd name="connsiteX119" fmla="*/ 12192000 w 12192000"/>
              <a:gd name="connsiteY119" fmla="*/ 2515690 h 2515690"/>
              <a:gd name="connsiteX120" fmla="*/ 0 w 12192000"/>
              <a:gd name="connsiteY120" fmla="*/ 2515690 h 2515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2192000" h="2515690">
                <a:moveTo>
                  <a:pt x="0" y="0"/>
                </a:moveTo>
                <a:lnTo>
                  <a:pt x="170442" y="96074"/>
                </a:lnTo>
                <a:cubicBezTo>
                  <a:pt x="323315" y="179510"/>
                  <a:pt x="418777" y="223899"/>
                  <a:pt x="424739" y="224865"/>
                </a:cubicBezTo>
                <a:cubicBezTo>
                  <a:pt x="573781" y="248496"/>
                  <a:pt x="654649" y="314572"/>
                  <a:pt x="748273" y="373939"/>
                </a:cubicBezTo>
                <a:cubicBezTo>
                  <a:pt x="830321" y="425631"/>
                  <a:pt x="917271" y="480784"/>
                  <a:pt x="1037058" y="499994"/>
                </a:cubicBezTo>
                <a:cubicBezTo>
                  <a:pt x="1195925" y="525362"/>
                  <a:pt x="1048105" y="445478"/>
                  <a:pt x="1101312" y="428540"/>
                </a:cubicBezTo>
                <a:cubicBezTo>
                  <a:pt x="1188473" y="458169"/>
                  <a:pt x="1274625" y="505369"/>
                  <a:pt x="1367071" y="516118"/>
                </a:cubicBezTo>
                <a:cubicBezTo>
                  <a:pt x="1701323" y="554463"/>
                  <a:pt x="1964451" y="648887"/>
                  <a:pt x="2189943" y="794533"/>
                </a:cubicBezTo>
                <a:cubicBezTo>
                  <a:pt x="2255082" y="836300"/>
                  <a:pt x="2357481" y="862342"/>
                  <a:pt x="2390329" y="920897"/>
                </a:cubicBezTo>
                <a:cubicBezTo>
                  <a:pt x="2406050" y="949359"/>
                  <a:pt x="2430126" y="969285"/>
                  <a:pt x="2459570" y="983740"/>
                </a:cubicBezTo>
                <a:lnTo>
                  <a:pt x="2503252" y="1000151"/>
                </a:lnTo>
                <a:lnTo>
                  <a:pt x="2503252" y="1008273"/>
                </a:lnTo>
                <a:lnTo>
                  <a:pt x="2511191" y="1009499"/>
                </a:lnTo>
                <a:cubicBezTo>
                  <a:pt x="2529847" y="1011974"/>
                  <a:pt x="2562849" y="1015701"/>
                  <a:pt x="2565029" y="1015977"/>
                </a:cubicBezTo>
                <a:cubicBezTo>
                  <a:pt x="2610845" y="1021778"/>
                  <a:pt x="2601577" y="1020837"/>
                  <a:pt x="2593745" y="1019963"/>
                </a:cubicBezTo>
                <a:lnTo>
                  <a:pt x="2591015" y="1019651"/>
                </a:lnTo>
                <a:lnTo>
                  <a:pt x="2590137" y="1019549"/>
                </a:lnTo>
                <a:cubicBezTo>
                  <a:pt x="2588203" y="1019326"/>
                  <a:pt x="2588125" y="1019321"/>
                  <a:pt x="2589021" y="1019424"/>
                </a:cubicBezTo>
                <a:lnTo>
                  <a:pt x="2591015" y="1019651"/>
                </a:lnTo>
                <a:lnTo>
                  <a:pt x="2602385" y="1020975"/>
                </a:lnTo>
                <a:lnTo>
                  <a:pt x="2614445" y="1022389"/>
                </a:lnTo>
                <a:lnTo>
                  <a:pt x="2614445" y="1020966"/>
                </a:lnTo>
                <a:lnTo>
                  <a:pt x="2676661" y="1029355"/>
                </a:lnTo>
                <a:cubicBezTo>
                  <a:pt x="2715592" y="1034194"/>
                  <a:pt x="2753901" y="1039695"/>
                  <a:pt x="2788597" y="1048926"/>
                </a:cubicBezTo>
                <a:lnTo>
                  <a:pt x="2812742" y="1057667"/>
                </a:lnTo>
                <a:lnTo>
                  <a:pt x="2970201" y="949091"/>
                </a:lnTo>
                <a:cubicBezTo>
                  <a:pt x="3052785" y="982961"/>
                  <a:pt x="2996105" y="1020057"/>
                  <a:pt x="3030610" y="1049340"/>
                </a:cubicBezTo>
                <a:cubicBezTo>
                  <a:pt x="3039005" y="1048442"/>
                  <a:pt x="3049621" y="1048500"/>
                  <a:pt x="3058913" y="1048085"/>
                </a:cubicBezTo>
                <a:lnTo>
                  <a:pt x="3072697" y="1045316"/>
                </a:lnTo>
                <a:lnTo>
                  <a:pt x="3083305" y="1040550"/>
                </a:lnTo>
                <a:lnTo>
                  <a:pt x="3125603" y="1004583"/>
                </a:lnTo>
                <a:cubicBezTo>
                  <a:pt x="3221669" y="925596"/>
                  <a:pt x="3242489" y="937564"/>
                  <a:pt x="3385106" y="1042233"/>
                </a:cubicBezTo>
                <a:cubicBezTo>
                  <a:pt x="3399403" y="1052670"/>
                  <a:pt x="3412529" y="1060209"/>
                  <a:pt x="3424945" y="1065268"/>
                </a:cubicBezTo>
                <a:lnTo>
                  <a:pt x="3436948" y="1068018"/>
                </a:lnTo>
                <a:lnTo>
                  <a:pt x="3466714" y="1063419"/>
                </a:lnTo>
                <a:lnTo>
                  <a:pt x="3550909" y="1044511"/>
                </a:lnTo>
                <a:lnTo>
                  <a:pt x="3555900" y="1041996"/>
                </a:lnTo>
                <a:cubicBezTo>
                  <a:pt x="3573827" y="1033454"/>
                  <a:pt x="3594382" y="1025941"/>
                  <a:pt x="3625978" y="1023459"/>
                </a:cubicBezTo>
                <a:lnTo>
                  <a:pt x="3632465" y="1023522"/>
                </a:lnTo>
                <a:lnTo>
                  <a:pt x="3649063" y="1018726"/>
                </a:lnTo>
                <a:cubicBezTo>
                  <a:pt x="3741849" y="989371"/>
                  <a:pt x="3810578" y="953657"/>
                  <a:pt x="3805954" y="917517"/>
                </a:cubicBezTo>
                <a:cubicBezTo>
                  <a:pt x="4031729" y="953901"/>
                  <a:pt x="4031729" y="953901"/>
                  <a:pt x="4020506" y="816231"/>
                </a:cubicBezTo>
                <a:cubicBezTo>
                  <a:pt x="4171643" y="865324"/>
                  <a:pt x="4206308" y="864422"/>
                  <a:pt x="4233682" y="799511"/>
                </a:cubicBezTo>
                <a:cubicBezTo>
                  <a:pt x="4260226" y="737017"/>
                  <a:pt x="4254728" y="668575"/>
                  <a:pt x="4306552" y="610207"/>
                </a:cubicBezTo>
                <a:cubicBezTo>
                  <a:pt x="4495313" y="657923"/>
                  <a:pt x="4699922" y="667347"/>
                  <a:pt x="4816604" y="773163"/>
                </a:cubicBezTo>
                <a:cubicBezTo>
                  <a:pt x="4834734" y="789836"/>
                  <a:pt x="4890507" y="799946"/>
                  <a:pt x="4916502" y="788104"/>
                </a:cubicBezTo>
                <a:cubicBezTo>
                  <a:pt x="5013526" y="746101"/>
                  <a:pt x="5238129" y="796871"/>
                  <a:pt x="5224415" y="674418"/>
                </a:cubicBezTo>
                <a:cubicBezTo>
                  <a:pt x="5223051" y="659300"/>
                  <a:pt x="5240524" y="644890"/>
                  <a:pt x="5274077" y="655978"/>
                </a:cubicBezTo>
                <a:cubicBezTo>
                  <a:pt x="5388582" y="694066"/>
                  <a:pt x="5367022" y="644784"/>
                  <a:pt x="5371217" y="614372"/>
                </a:cubicBezTo>
                <a:cubicBezTo>
                  <a:pt x="5375856" y="577567"/>
                  <a:pt x="5319010" y="537578"/>
                  <a:pt x="5364523" y="502501"/>
                </a:cubicBezTo>
                <a:cubicBezTo>
                  <a:pt x="5425408" y="508891"/>
                  <a:pt x="5433299" y="538191"/>
                  <a:pt x="5457871" y="558285"/>
                </a:cubicBezTo>
                <a:cubicBezTo>
                  <a:pt x="5530352" y="617005"/>
                  <a:pt x="5609566" y="664386"/>
                  <a:pt x="5750580" y="663503"/>
                </a:cubicBezTo>
                <a:cubicBezTo>
                  <a:pt x="5864519" y="662926"/>
                  <a:pt x="5966527" y="666650"/>
                  <a:pt x="5976618" y="582652"/>
                </a:cubicBezTo>
                <a:cubicBezTo>
                  <a:pt x="5978145" y="569455"/>
                  <a:pt x="5990792" y="562346"/>
                  <a:pt x="6009346" y="559470"/>
                </a:cubicBezTo>
                <a:cubicBezTo>
                  <a:pt x="6030639" y="568485"/>
                  <a:pt x="6052592" y="577083"/>
                  <a:pt x="6069735" y="587803"/>
                </a:cubicBezTo>
                <a:cubicBezTo>
                  <a:pt x="6126182" y="623812"/>
                  <a:pt x="6196945" y="634730"/>
                  <a:pt x="6270319" y="643982"/>
                </a:cubicBezTo>
                <a:cubicBezTo>
                  <a:pt x="6317101" y="649940"/>
                  <a:pt x="6363466" y="657107"/>
                  <a:pt x="6406781" y="672327"/>
                </a:cubicBezTo>
                <a:cubicBezTo>
                  <a:pt x="6433586" y="681598"/>
                  <a:pt x="6454928" y="693402"/>
                  <a:pt x="6469508" y="708574"/>
                </a:cubicBezTo>
                <a:cubicBezTo>
                  <a:pt x="6482729" y="721786"/>
                  <a:pt x="6496225" y="725422"/>
                  <a:pt x="6515869" y="715738"/>
                </a:cubicBezTo>
                <a:cubicBezTo>
                  <a:pt x="6572200" y="688353"/>
                  <a:pt x="6639257" y="676241"/>
                  <a:pt x="6725938" y="691128"/>
                </a:cubicBezTo>
                <a:cubicBezTo>
                  <a:pt x="6752109" y="695629"/>
                  <a:pt x="6772625" y="691505"/>
                  <a:pt x="6778240" y="678998"/>
                </a:cubicBezTo>
                <a:cubicBezTo>
                  <a:pt x="6784286" y="665981"/>
                  <a:pt x="6794269" y="655280"/>
                  <a:pt x="6806944" y="646178"/>
                </a:cubicBezTo>
                <a:lnTo>
                  <a:pt x="6830632" y="633915"/>
                </a:lnTo>
                <a:lnTo>
                  <a:pt x="6858072" y="646178"/>
                </a:lnTo>
                <a:cubicBezTo>
                  <a:pt x="6872754" y="655280"/>
                  <a:pt x="6884317" y="665981"/>
                  <a:pt x="6891322" y="678998"/>
                </a:cubicBezTo>
                <a:cubicBezTo>
                  <a:pt x="6897826" y="691505"/>
                  <a:pt x="6921592" y="695629"/>
                  <a:pt x="6951905" y="691128"/>
                </a:cubicBezTo>
                <a:cubicBezTo>
                  <a:pt x="7052317" y="676241"/>
                  <a:pt x="7129994" y="688353"/>
                  <a:pt x="7195246" y="715738"/>
                </a:cubicBezTo>
                <a:cubicBezTo>
                  <a:pt x="7217999" y="725422"/>
                  <a:pt x="7233634" y="721786"/>
                  <a:pt x="7248949" y="708574"/>
                </a:cubicBezTo>
                <a:cubicBezTo>
                  <a:pt x="7265838" y="693402"/>
                  <a:pt x="7290560" y="681598"/>
                  <a:pt x="7321609" y="672327"/>
                </a:cubicBezTo>
                <a:cubicBezTo>
                  <a:pt x="7371785" y="657107"/>
                  <a:pt x="7425493" y="649940"/>
                  <a:pt x="7479684" y="643982"/>
                </a:cubicBezTo>
                <a:cubicBezTo>
                  <a:pt x="7564679" y="634730"/>
                  <a:pt x="7646649" y="623812"/>
                  <a:pt x="7712035" y="587803"/>
                </a:cubicBezTo>
                <a:cubicBezTo>
                  <a:pt x="7731892" y="577083"/>
                  <a:pt x="7757322" y="568485"/>
                  <a:pt x="7781987" y="559470"/>
                </a:cubicBezTo>
                <a:cubicBezTo>
                  <a:pt x="7803481" y="562346"/>
                  <a:pt x="7818130" y="569455"/>
                  <a:pt x="7819900" y="582652"/>
                </a:cubicBezTo>
                <a:cubicBezTo>
                  <a:pt x="7831588" y="666650"/>
                  <a:pt x="7949751" y="662926"/>
                  <a:pt x="8081736" y="663503"/>
                </a:cubicBezTo>
                <a:cubicBezTo>
                  <a:pt x="8245081" y="664386"/>
                  <a:pt x="8336842" y="617005"/>
                  <a:pt x="8420801" y="558285"/>
                </a:cubicBezTo>
                <a:cubicBezTo>
                  <a:pt x="8449265" y="538191"/>
                  <a:pt x="8458404" y="508890"/>
                  <a:pt x="8528933" y="502501"/>
                </a:cubicBezTo>
                <a:cubicBezTo>
                  <a:pt x="8581654" y="537578"/>
                  <a:pt x="8515805" y="577567"/>
                  <a:pt x="8521178" y="614372"/>
                </a:cubicBezTo>
                <a:cubicBezTo>
                  <a:pt x="8526038" y="644784"/>
                  <a:pt x="8501063" y="694066"/>
                  <a:pt x="8633702" y="655978"/>
                </a:cubicBezTo>
                <a:cubicBezTo>
                  <a:pt x="8672570" y="644890"/>
                  <a:pt x="8692811" y="659300"/>
                  <a:pt x="8691231" y="674418"/>
                </a:cubicBezTo>
                <a:cubicBezTo>
                  <a:pt x="8675345" y="796871"/>
                  <a:pt x="8935518" y="746101"/>
                  <a:pt x="9047908" y="788104"/>
                </a:cubicBezTo>
                <a:cubicBezTo>
                  <a:pt x="9078021" y="799946"/>
                  <a:pt x="9142627" y="789836"/>
                  <a:pt x="9163628" y="773163"/>
                </a:cubicBezTo>
                <a:cubicBezTo>
                  <a:pt x="9298789" y="667347"/>
                  <a:pt x="9535801" y="657923"/>
                  <a:pt x="9754459" y="610207"/>
                </a:cubicBezTo>
                <a:cubicBezTo>
                  <a:pt x="9814490" y="668575"/>
                  <a:pt x="9808123" y="737017"/>
                  <a:pt x="9838868" y="799511"/>
                </a:cubicBezTo>
                <a:cubicBezTo>
                  <a:pt x="9870579" y="864422"/>
                  <a:pt x="9910733" y="865324"/>
                  <a:pt x="10085808" y="816231"/>
                </a:cubicBezTo>
                <a:cubicBezTo>
                  <a:pt x="10072804" y="953901"/>
                  <a:pt x="10072804" y="953901"/>
                  <a:pt x="10334338" y="917517"/>
                </a:cubicBezTo>
                <a:cubicBezTo>
                  <a:pt x="10328982" y="953657"/>
                  <a:pt x="10408594" y="989371"/>
                  <a:pt x="10516076" y="1018726"/>
                </a:cubicBezTo>
                <a:lnTo>
                  <a:pt x="10535302" y="1023522"/>
                </a:lnTo>
                <a:lnTo>
                  <a:pt x="10542819" y="1023458"/>
                </a:lnTo>
                <a:cubicBezTo>
                  <a:pt x="10579419" y="1025941"/>
                  <a:pt x="10603227" y="1033454"/>
                  <a:pt x="10623994" y="1041996"/>
                </a:cubicBezTo>
                <a:lnTo>
                  <a:pt x="10629774" y="1044511"/>
                </a:lnTo>
                <a:lnTo>
                  <a:pt x="10727305" y="1063419"/>
                </a:lnTo>
                <a:lnTo>
                  <a:pt x="10761785" y="1068017"/>
                </a:lnTo>
                <a:lnTo>
                  <a:pt x="10775688" y="1065268"/>
                </a:lnTo>
                <a:cubicBezTo>
                  <a:pt x="10790070" y="1060209"/>
                  <a:pt x="10805275" y="1052670"/>
                  <a:pt x="10821837" y="1042232"/>
                </a:cubicBezTo>
                <a:cubicBezTo>
                  <a:pt x="10987041" y="937564"/>
                  <a:pt x="11011156" y="925596"/>
                  <a:pt x="11122438" y="1004583"/>
                </a:cubicBezTo>
                <a:lnTo>
                  <a:pt x="11171433" y="1040550"/>
                </a:lnTo>
                <a:lnTo>
                  <a:pt x="11183724" y="1045316"/>
                </a:lnTo>
                <a:lnTo>
                  <a:pt x="11199690" y="1048085"/>
                </a:lnTo>
                <a:cubicBezTo>
                  <a:pt x="11210452" y="1048499"/>
                  <a:pt x="11222752" y="1048442"/>
                  <a:pt x="11232475" y="1049340"/>
                </a:cubicBezTo>
                <a:cubicBezTo>
                  <a:pt x="11272445" y="1020057"/>
                  <a:pt x="11206789" y="982961"/>
                  <a:pt x="11302451" y="949091"/>
                </a:cubicBezTo>
                <a:lnTo>
                  <a:pt x="11484849" y="1057667"/>
                </a:lnTo>
                <a:lnTo>
                  <a:pt x="11512818" y="1048926"/>
                </a:lnTo>
                <a:cubicBezTo>
                  <a:pt x="11553007" y="1039695"/>
                  <a:pt x="11597385" y="1034194"/>
                  <a:pt x="11642481" y="1029355"/>
                </a:cubicBezTo>
                <a:lnTo>
                  <a:pt x="11714551" y="1020966"/>
                </a:lnTo>
                <a:lnTo>
                  <a:pt x="11714551" y="1022389"/>
                </a:lnTo>
                <a:lnTo>
                  <a:pt x="11728519" y="1020975"/>
                </a:lnTo>
                <a:lnTo>
                  <a:pt x="11741691" y="1019651"/>
                </a:lnTo>
                <a:lnTo>
                  <a:pt x="11743999" y="1019424"/>
                </a:lnTo>
                <a:cubicBezTo>
                  <a:pt x="11745037" y="1019320"/>
                  <a:pt x="11744948" y="1019326"/>
                  <a:pt x="11742709" y="1019549"/>
                </a:cubicBezTo>
                <a:lnTo>
                  <a:pt x="11741691" y="1019651"/>
                </a:lnTo>
                <a:lnTo>
                  <a:pt x="11738529" y="1019963"/>
                </a:lnTo>
                <a:cubicBezTo>
                  <a:pt x="11729455" y="1020837"/>
                  <a:pt x="11718720" y="1021778"/>
                  <a:pt x="11771791" y="1015977"/>
                </a:cubicBezTo>
                <a:cubicBezTo>
                  <a:pt x="11774317" y="1015701"/>
                  <a:pt x="11812546" y="1011974"/>
                  <a:pt x="11834157" y="1009499"/>
                </a:cubicBezTo>
                <a:lnTo>
                  <a:pt x="11843354" y="1008273"/>
                </a:lnTo>
                <a:lnTo>
                  <a:pt x="11843354" y="1000151"/>
                </a:lnTo>
                <a:lnTo>
                  <a:pt x="11893955" y="983740"/>
                </a:lnTo>
                <a:cubicBezTo>
                  <a:pt x="11928061" y="969285"/>
                  <a:pt x="11955951" y="949359"/>
                  <a:pt x="11974160" y="920897"/>
                </a:cubicBezTo>
                <a:cubicBezTo>
                  <a:pt x="12002698" y="876981"/>
                  <a:pt x="12076554" y="851353"/>
                  <a:pt x="12143531" y="823664"/>
                </a:cubicBezTo>
                <a:lnTo>
                  <a:pt x="12192000" y="801163"/>
                </a:lnTo>
                <a:lnTo>
                  <a:pt x="12192000" y="2515690"/>
                </a:lnTo>
                <a:lnTo>
                  <a:pt x="0" y="251569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4" name="Title 3"/>
          <p:cNvSpPr>
            <a:spLocks noGrp="1"/>
          </p:cNvSpPr>
          <p:nvPr>
            <p:ph type="title"/>
          </p:nvPr>
        </p:nvSpPr>
        <p:spPr>
          <a:xfrm>
            <a:off x="628650" y="365125"/>
            <a:ext cx="7886700" cy="930275"/>
          </a:xfrm>
        </p:spPr>
        <p:txBody>
          <a:bodyPr>
            <a:noAutofit/>
          </a:bodyPr>
          <a:lstStyle/>
          <a:p>
            <a:pPr lvl="0"/>
            <a:br>
              <a:rPr lang="en-US" sz="2400" b="1" dirty="0">
                <a:latin typeface="Times New Roman" pitchFamily="18" charset="0"/>
                <a:cs typeface="Times New Roman" pitchFamily="18" charset="0"/>
              </a:rPr>
            </a:br>
            <a:r>
              <a:rPr lang="en-US" sz="2400" b="1" dirty="0">
                <a:latin typeface="Times New Roman" pitchFamily="18" charset="0"/>
                <a:cs typeface="Times New Roman" pitchFamily="18" charset="0"/>
              </a:rPr>
              <a:t>Activities Performed in the Practical Period </a:t>
            </a:r>
            <a:br>
              <a:rPr lang="en-US" altLang="en-US" sz="2400" kern="0" dirty="0">
                <a:latin typeface="Arial"/>
                <a:ea typeface="ＭＳ Ｐゴシック" pitchFamily="34" charset="-128"/>
              </a:rPr>
            </a:br>
            <a:endParaRPr lang="en-US" sz="2400" dirty="0"/>
          </a:p>
        </p:txBody>
      </p:sp>
      <p:sp>
        <p:nvSpPr>
          <p:cNvPr id="3" name="Content Placeholder 2"/>
          <p:cNvSpPr>
            <a:spLocks noGrp="1"/>
          </p:cNvSpPr>
          <p:nvPr>
            <p:ph idx="1"/>
          </p:nvPr>
        </p:nvSpPr>
        <p:spPr>
          <a:xfrm>
            <a:off x="1121643" y="2248594"/>
            <a:ext cx="5878385" cy="3243288"/>
          </a:xfrm>
        </p:spPr>
        <p:txBody>
          <a:bodyPr>
            <a:noAutofit/>
          </a:bodyPr>
          <a:lstStyle/>
          <a:p>
            <a:pPr marL="0" indent="0" defTabSz="507492" fontAlgn="base">
              <a:spcBef>
                <a:spcPts val="555"/>
              </a:spcBef>
              <a:spcAft>
                <a:spcPct val="0"/>
              </a:spcAft>
              <a:buSzPct val="85000"/>
              <a:buNone/>
              <a:defRPr/>
            </a:pPr>
            <a:endParaRPr kumimoji="1" lang="en-GB" sz="2072" kern="1200">
              <a:solidFill>
                <a:srgbClr val="000000"/>
              </a:solidFill>
              <a:latin typeface="Arial"/>
              <a:ea typeface="ＭＳ Ｐゴシック" panose="020B0600070205080204" pitchFamily="34" charset="-128"/>
              <a:cs typeface="+mn-cs"/>
            </a:endParaRPr>
          </a:p>
          <a:p>
            <a:pPr marL="0" indent="0" defTabSz="507492" fontAlgn="base">
              <a:lnSpc>
                <a:spcPct val="100000"/>
              </a:lnSpc>
              <a:spcBef>
                <a:spcPct val="20000"/>
              </a:spcBef>
              <a:spcAft>
                <a:spcPct val="0"/>
              </a:spcAft>
              <a:buSzPct val="85000"/>
              <a:buNone/>
              <a:defRPr/>
            </a:pPr>
            <a:endParaRPr lang="en-US" altLang="en-US" sz="2072" kern="0">
              <a:solidFill>
                <a:srgbClr val="000000"/>
              </a:solidFill>
              <a:latin typeface="Arial"/>
              <a:ea typeface="ＭＳ Ｐゴシック" pitchFamily="34" charset="-128"/>
              <a:cs typeface="+mn-cs"/>
            </a:endParaRPr>
          </a:p>
          <a:p>
            <a:pPr marL="281940" indent="-281940" defTabSz="507492" fontAlgn="base">
              <a:spcBef>
                <a:spcPts val="555"/>
              </a:spcBef>
              <a:spcAft>
                <a:spcPct val="0"/>
              </a:spcAft>
              <a:buSzPct val="85000"/>
              <a:buNone/>
              <a:defRPr/>
            </a:pPr>
            <a:r>
              <a:rPr kumimoji="1" lang="en-GB" sz="2072" kern="1200">
                <a:solidFill>
                  <a:srgbClr val="000000"/>
                </a:solidFill>
                <a:latin typeface="Arial"/>
                <a:ea typeface="ＭＳ Ｐゴシック" panose="020B0600070205080204" pitchFamily="34" charset="-128"/>
                <a:cs typeface="+mn-cs"/>
              </a:rPr>
              <a:t>      </a:t>
            </a:r>
            <a:endParaRPr kumimoji="1" lang="en-GB" sz="2800">
              <a:solidFill>
                <a:srgbClr val="000000"/>
              </a:solidFill>
              <a:latin typeface="Arial"/>
              <a:ea typeface="ＭＳ Ｐゴシック" panose="020B0600070205080204" pitchFamily="34" charset="-128"/>
            </a:endParaRPr>
          </a:p>
        </p:txBody>
      </p:sp>
      <p:sp>
        <p:nvSpPr>
          <p:cNvPr id="5" name="Slide Number Placeholder 4"/>
          <p:cNvSpPr>
            <a:spLocks noGrp="1"/>
          </p:cNvSpPr>
          <p:nvPr>
            <p:ph type="sldNum" sz="quarter" idx="12"/>
          </p:nvPr>
        </p:nvSpPr>
        <p:spPr>
          <a:xfrm>
            <a:off x="5537531" y="5625589"/>
            <a:ext cx="1590288" cy="272147"/>
          </a:xfrm>
          <a:prstGeom prst="rect">
            <a:avLst/>
          </a:prstGeom>
        </p:spPr>
        <p:txBody>
          <a:bodyPr/>
          <a:lstStyle/>
          <a:p>
            <a:pPr defTabSz="676656">
              <a:spcAft>
                <a:spcPts val="600"/>
              </a:spcAft>
            </a:pPr>
            <a:fld id="{7E05F5E1-22EE-4C36-BC92-689A5EB018A2}" type="slidenum">
              <a:rPr lang="en-US" sz="666" kern="1200">
                <a:solidFill>
                  <a:schemeClr val="tx1">
                    <a:tint val="75000"/>
                  </a:schemeClr>
                </a:solidFill>
                <a:latin typeface="+mn-lt"/>
                <a:ea typeface="+mn-ea"/>
                <a:cs typeface="+mn-cs"/>
              </a:rPr>
              <a:pPr defTabSz="676656">
                <a:spcAft>
                  <a:spcPts val="600"/>
                </a:spcAft>
              </a:pPr>
              <a:t>4</a:t>
            </a:fld>
            <a:endParaRPr lang="en-US"/>
          </a:p>
        </p:txBody>
      </p:sp>
      <p:sp>
        <p:nvSpPr>
          <p:cNvPr id="12" name="TextBox 11">
            <a:extLst>
              <a:ext uri="{FF2B5EF4-FFF2-40B4-BE49-F238E27FC236}">
                <a16:creationId xmlns:a16="http://schemas.microsoft.com/office/drawing/2014/main" id="{31E11A2E-7478-AE2A-3174-D68566178790}"/>
              </a:ext>
            </a:extLst>
          </p:cNvPr>
          <p:cNvSpPr txBox="1"/>
          <p:nvPr/>
        </p:nvSpPr>
        <p:spPr>
          <a:xfrm>
            <a:off x="803706" y="1981200"/>
            <a:ext cx="7749744" cy="5603906"/>
          </a:xfrm>
          <a:prstGeom prst="rect">
            <a:avLst/>
          </a:prstGeom>
          <a:noFill/>
        </p:spPr>
        <p:txBody>
          <a:bodyPr wrap="square" rtlCol="0">
            <a:spAutoFit/>
          </a:bodyPr>
          <a:lstStyle/>
          <a:p>
            <a:pPr defTabSz="676656">
              <a:lnSpc>
                <a:spcPct val="107000"/>
              </a:lnSpc>
              <a:spcAft>
                <a:spcPts val="592"/>
              </a:spcAft>
            </a:pPr>
            <a:r>
              <a:rPr lang="en-US" sz="2000" kern="100" dirty="0">
                <a:solidFill>
                  <a:schemeClr val="tx1"/>
                </a:solidFill>
                <a:latin typeface="Times New Roman" panose="02020603050405020304" pitchFamily="18" charset="0"/>
                <a:ea typeface="+mn-ea"/>
                <a:cs typeface="Times New Roman" panose="02020603050405020304" pitchFamily="18" charset="0"/>
              </a:rPr>
              <a:t>Task: Create a simple web page using HTML.</a:t>
            </a:r>
          </a:p>
          <a:p>
            <a:pPr defTabSz="676656">
              <a:lnSpc>
                <a:spcPct val="107000"/>
              </a:lnSpc>
              <a:spcAft>
                <a:spcPts val="592"/>
              </a:spcAft>
            </a:pPr>
            <a:r>
              <a:rPr lang="en-US" sz="2000" kern="100" dirty="0">
                <a:solidFill>
                  <a:schemeClr val="tx1"/>
                </a:solidFill>
                <a:latin typeface="Times New Roman" panose="02020603050405020304" pitchFamily="18" charset="0"/>
                <a:ea typeface="+mn-ea"/>
                <a:cs typeface="Times New Roman" panose="02020603050405020304" pitchFamily="18" charset="0"/>
              </a:rPr>
              <a:t>Task: Enhance the previous web page using CSS.</a:t>
            </a:r>
          </a:p>
          <a:p>
            <a:pPr defTabSz="676656">
              <a:lnSpc>
                <a:spcPct val="107000"/>
              </a:lnSpc>
              <a:spcAft>
                <a:spcPts val="592"/>
              </a:spcAft>
            </a:pPr>
            <a:r>
              <a:rPr lang="en-US" sz="2000" kern="100" dirty="0">
                <a:solidFill>
                  <a:schemeClr val="tx1"/>
                </a:solidFill>
                <a:latin typeface="Times New Roman" panose="02020603050405020304" pitchFamily="18" charset="0"/>
                <a:ea typeface="+mn-ea"/>
                <a:cs typeface="Times New Roman" panose="02020603050405020304" pitchFamily="18" charset="0"/>
              </a:rPr>
              <a:t>Task: Build a responsive web page with multiple sections.</a:t>
            </a:r>
          </a:p>
          <a:p>
            <a:pPr defTabSz="676656">
              <a:lnSpc>
                <a:spcPct val="107000"/>
              </a:lnSpc>
              <a:spcAft>
                <a:spcPts val="592"/>
              </a:spcAft>
            </a:pPr>
            <a:r>
              <a:rPr lang="en-US" sz="2000" kern="100" dirty="0">
                <a:solidFill>
                  <a:schemeClr val="tx1"/>
                </a:solidFill>
                <a:latin typeface="Times New Roman" panose="02020603050405020304" pitchFamily="18" charset="0"/>
                <a:ea typeface="+mn-ea"/>
                <a:cs typeface="Times New Roman" panose="02020603050405020304" pitchFamily="18" charset="0"/>
              </a:rPr>
              <a:t>Task: Implement interactive elements on a web page using JavaScript.</a:t>
            </a:r>
          </a:p>
          <a:p>
            <a:pPr defTabSz="676656">
              <a:lnSpc>
                <a:spcPct val="107000"/>
              </a:lnSpc>
              <a:spcAft>
                <a:spcPts val="592"/>
              </a:spcAft>
            </a:pPr>
            <a:r>
              <a:rPr lang="en-US" sz="2000" kern="100" dirty="0">
                <a:solidFill>
                  <a:schemeClr val="tx1"/>
                </a:solidFill>
                <a:latin typeface="Times New Roman" panose="02020603050405020304" pitchFamily="18" charset="0"/>
                <a:ea typeface="+mn-ea"/>
                <a:cs typeface="Times New Roman" panose="02020603050405020304" pitchFamily="18" charset="0"/>
              </a:rPr>
              <a:t>Task: Create a dynamic image slider using JavaScript.</a:t>
            </a:r>
          </a:p>
          <a:p>
            <a:pPr defTabSz="676656">
              <a:lnSpc>
                <a:spcPct val="107000"/>
              </a:lnSpc>
              <a:spcAft>
                <a:spcPts val="592"/>
              </a:spcAft>
            </a:pPr>
            <a:r>
              <a:rPr lang="en-US" sz="2000" kern="100" dirty="0">
                <a:solidFill>
                  <a:schemeClr val="tx1"/>
                </a:solidFill>
                <a:latin typeface="Times New Roman" panose="02020603050405020304" pitchFamily="18" charset="0"/>
                <a:ea typeface="+mn-ea"/>
                <a:cs typeface="Times New Roman" panose="02020603050405020304" pitchFamily="18" charset="0"/>
              </a:rPr>
              <a:t>Task: Build a simple React application with multiple components.</a:t>
            </a:r>
          </a:p>
          <a:p>
            <a:pPr defTabSz="676656">
              <a:lnSpc>
                <a:spcPct val="107000"/>
              </a:lnSpc>
              <a:spcAft>
                <a:spcPts val="592"/>
              </a:spcAft>
            </a:pPr>
            <a:r>
              <a:rPr lang="en-US" sz="2000" kern="100" dirty="0">
                <a:solidFill>
                  <a:schemeClr val="tx1"/>
                </a:solidFill>
                <a:latin typeface="Times New Roman" panose="02020603050405020304" pitchFamily="18" charset="0"/>
                <a:ea typeface="+mn-ea"/>
                <a:cs typeface="Times New Roman" panose="02020603050405020304" pitchFamily="18" charset="0"/>
              </a:rPr>
              <a:t>Task: Implement multiple routes in the React application.</a:t>
            </a:r>
          </a:p>
          <a:p>
            <a:pPr defTabSz="676656">
              <a:lnSpc>
                <a:spcPct val="107000"/>
              </a:lnSpc>
              <a:spcAft>
                <a:spcPts val="592"/>
              </a:spcAft>
            </a:pPr>
            <a:r>
              <a:rPr lang="en-US" sz="2000" kern="100" dirty="0">
                <a:solidFill>
                  <a:schemeClr val="tx1"/>
                </a:solidFill>
                <a:latin typeface="Times New Roman" panose="02020603050405020304" pitchFamily="18" charset="0"/>
                <a:ea typeface="+mn-ea"/>
                <a:cs typeface="Times New Roman" panose="02020603050405020304" pitchFamily="18" charset="0"/>
              </a:rPr>
              <a:t>Task: Enhance the styling of the React application using a CSS-in-JS library.</a:t>
            </a:r>
          </a:p>
          <a:p>
            <a:pPr defTabSz="676656">
              <a:lnSpc>
                <a:spcPct val="107000"/>
              </a:lnSpc>
              <a:spcAft>
                <a:spcPts val="592"/>
              </a:spcAft>
            </a:pPr>
            <a:r>
              <a:rPr lang="en-US" sz="2000" kern="100" dirty="0">
                <a:solidFill>
                  <a:schemeClr val="tx1"/>
                </a:solidFill>
                <a:latin typeface="Times New Roman" panose="02020603050405020304" pitchFamily="18" charset="0"/>
                <a:ea typeface="+mn-ea"/>
                <a:cs typeface="Times New Roman" panose="02020603050405020304" pitchFamily="18" charset="0"/>
              </a:rPr>
              <a:t>Task: Design a database schema for a simple application.</a:t>
            </a:r>
          </a:p>
          <a:p>
            <a:pPr defTabSz="676656">
              <a:lnSpc>
                <a:spcPct val="107000"/>
              </a:lnSpc>
              <a:spcAft>
                <a:spcPts val="592"/>
              </a:spcAft>
            </a:pPr>
            <a:r>
              <a:rPr lang="en-US" sz="2000" kern="1200" dirty="0">
                <a:solidFill>
                  <a:schemeClr val="tx1"/>
                </a:solidFill>
                <a:latin typeface="Times New Roman" panose="02020603050405020304" pitchFamily="18" charset="0"/>
                <a:ea typeface="+mn-ea"/>
                <a:cs typeface="Times New Roman" panose="02020603050405020304" pitchFamily="18" charset="0"/>
              </a:rPr>
              <a:t>Task: Build a basic API using ASP.NET that interacts with the database.</a:t>
            </a:r>
          </a:p>
          <a:p>
            <a:pPr defTabSz="676656">
              <a:lnSpc>
                <a:spcPct val="107000"/>
              </a:lnSpc>
              <a:spcAft>
                <a:spcPts val="592"/>
              </a:spcAft>
            </a:pPr>
            <a:r>
              <a:rPr lang="en-US" sz="2000" kern="100" dirty="0">
                <a:solidFill>
                  <a:schemeClr val="tx1"/>
                </a:solidFill>
                <a:latin typeface="Times New Roman" panose="02020603050405020304" pitchFamily="18" charset="0"/>
                <a:ea typeface="+mn-ea"/>
                <a:cs typeface="Times New Roman" panose="02020603050405020304" pitchFamily="18" charset="0"/>
              </a:rPr>
              <a:t>Task: Add user authentication using ASP.NET Identity.</a:t>
            </a:r>
          </a:p>
          <a:p>
            <a:pPr defTabSz="676656">
              <a:lnSpc>
                <a:spcPct val="107000"/>
              </a:lnSpc>
              <a:spcAft>
                <a:spcPts val="592"/>
              </a:spcAft>
            </a:pPr>
            <a:endParaRPr lang="en-US" sz="2000" kern="100" dirty="0">
              <a:solidFill>
                <a:schemeClr val="tx1"/>
              </a:solidFill>
              <a:latin typeface="Times New Roman" panose="02020603050405020304" pitchFamily="18" charset="0"/>
              <a:ea typeface="+mn-ea"/>
              <a:cs typeface="Times New Roman" panose="02020603050405020304" pitchFamily="18" charset="0"/>
            </a:endParaRPr>
          </a:p>
          <a:p>
            <a:pPr marL="0" marR="0">
              <a:lnSpc>
                <a:spcPct val="107000"/>
              </a:lnSpc>
              <a:spcBef>
                <a:spcPts val="0"/>
              </a:spcBef>
              <a:spcAft>
                <a:spcPts val="800"/>
              </a:spcAft>
            </a:pP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32126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7" name="Title 6"/>
          <p:cNvSpPr>
            <a:spLocks noGrp="1"/>
          </p:cNvSpPr>
          <p:nvPr>
            <p:ph type="title"/>
          </p:nvPr>
        </p:nvSpPr>
        <p:spPr>
          <a:xfrm>
            <a:off x="359545" y="1070800"/>
            <a:ext cx="2954766" cy="5583126"/>
          </a:xfrm>
        </p:spPr>
        <p:txBody>
          <a:bodyPr>
            <a:normAutofit/>
          </a:bodyPr>
          <a:lstStyle/>
          <a:p>
            <a:pPr algn="r"/>
            <a:r>
              <a:rPr lang="en-US" sz="4400" b="1">
                <a:latin typeface="Times New Roman" pitchFamily="18" charset="0"/>
                <a:cs typeface="Times New Roman" pitchFamily="18" charset="0"/>
              </a:rPr>
              <a:t>Challenges </a:t>
            </a:r>
          </a:p>
        </p:txBody>
      </p:sp>
      <p:cxnSp>
        <p:nvCxnSpPr>
          <p:cNvPr id="16" name="Straight Connector 15">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46039"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9" name="TextBox 1">
            <a:extLst>
              <a:ext uri="{FF2B5EF4-FFF2-40B4-BE49-F238E27FC236}">
                <a16:creationId xmlns:a16="http://schemas.microsoft.com/office/drawing/2014/main" id="{E7900BBE-4462-3349-A300-CA726D7A323C}"/>
              </a:ext>
            </a:extLst>
          </p:cNvPr>
          <p:cNvGraphicFramePr/>
          <p:nvPr>
            <p:extLst>
              <p:ext uri="{D42A27DB-BD31-4B8C-83A1-F6EECF244321}">
                <p14:modId xmlns:p14="http://schemas.microsoft.com/office/powerpoint/2010/main" val="2403027571"/>
              </p:ext>
            </p:extLst>
          </p:nvPr>
        </p:nvGraphicFramePr>
        <p:xfrm>
          <a:off x="3831401" y="1070800"/>
          <a:ext cx="4683949"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 name="Picture 1" descr="A logo with text and gears&#10;&#10;Description automatically generated with medium confidence">
            <a:extLst>
              <a:ext uri="{FF2B5EF4-FFF2-40B4-BE49-F238E27FC236}">
                <a16:creationId xmlns:a16="http://schemas.microsoft.com/office/drawing/2014/main" id="{F358EEB3-FCC7-2E73-39D1-E137FF76566F}"/>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9717" y="8313"/>
            <a:ext cx="1295400" cy="1295400"/>
          </a:xfrm>
          <a:prstGeom prst="rect">
            <a:avLst/>
          </a:prstGeom>
        </p:spPr>
      </p:pic>
      <p:pic>
        <p:nvPicPr>
          <p:cNvPr id="3" name="Picture 2" descr="A logo of a university&#10;&#10;Description automatically generated">
            <a:extLst>
              <a:ext uri="{FF2B5EF4-FFF2-40B4-BE49-F238E27FC236}">
                <a16:creationId xmlns:a16="http://schemas.microsoft.com/office/drawing/2014/main" id="{C7D3B2C3-C457-F69F-BD18-918184EA43F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610953" y="48676"/>
            <a:ext cx="1443330" cy="110013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p:cNvSpPr>
            <a:spLocks noGrp="1"/>
          </p:cNvSpPr>
          <p:nvPr>
            <p:ph type="title"/>
          </p:nvPr>
        </p:nvSpPr>
        <p:spPr>
          <a:xfrm>
            <a:off x="628650" y="556995"/>
            <a:ext cx="7886700" cy="1133693"/>
          </a:xfrm>
        </p:spPr>
        <p:txBody>
          <a:bodyPr>
            <a:normAutofit/>
          </a:bodyPr>
          <a:lstStyle/>
          <a:p>
            <a:pPr algn="ctr"/>
            <a:r>
              <a:rPr lang="en-US" sz="4500" b="1">
                <a:latin typeface="Times New Roman" pitchFamily="18" charset="0"/>
                <a:cs typeface="Times New Roman" pitchFamily="18" charset="0"/>
              </a:rPr>
              <a:t>Lessons learned</a:t>
            </a:r>
            <a:endParaRPr lang="en-US" sz="4500" b="1" dirty="0"/>
          </a:p>
        </p:txBody>
      </p:sp>
      <p:graphicFrame>
        <p:nvGraphicFramePr>
          <p:cNvPr id="9" name="TextBox 2">
            <a:extLst>
              <a:ext uri="{FF2B5EF4-FFF2-40B4-BE49-F238E27FC236}">
                <a16:creationId xmlns:a16="http://schemas.microsoft.com/office/drawing/2014/main" id="{0E9BD68B-9B49-9D19-B8D6-AF6778BB5155}"/>
              </a:ext>
            </a:extLst>
          </p:cNvPr>
          <p:cNvGraphicFramePr/>
          <p:nvPr>
            <p:extLst>
              <p:ext uri="{D42A27DB-BD31-4B8C-83A1-F6EECF244321}">
                <p14:modId xmlns:p14="http://schemas.microsoft.com/office/powerpoint/2010/main" val="847078021"/>
              </p:ext>
            </p:extLst>
          </p:nvPr>
        </p:nvGraphicFramePr>
        <p:xfrm>
          <a:off x="228600" y="1690688"/>
          <a:ext cx="8763000" cy="49387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 name="Picture 1" descr="A logo of a university&#10;&#10;Description automatically generated">
            <a:extLst>
              <a:ext uri="{FF2B5EF4-FFF2-40B4-BE49-F238E27FC236}">
                <a16:creationId xmlns:a16="http://schemas.microsoft.com/office/drawing/2014/main" id="{18202D0C-DDC0-67B7-5863-B6483EE7728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535570" y="192882"/>
            <a:ext cx="1443330" cy="1100138"/>
          </a:xfrm>
          <a:prstGeom prst="rect">
            <a:avLst/>
          </a:prstGeom>
        </p:spPr>
      </p:pic>
      <p:pic>
        <p:nvPicPr>
          <p:cNvPr id="3" name="Picture 2" descr="A logo with text and gears&#10;&#10;Description automatically generated with medium confidence">
            <a:extLst>
              <a:ext uri="{FF2B5EF4-FFF2-40B4-BE49-F238E27FC236}">
                <a16:creationId xmlns:a16="http://schemas.microsoft.com/office/drawing/2014/main" id="{4CD36A37-74A1-99D2-1242-25BECA88CE9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39700" y="0"/>
            <a:ext cx="1295400" cy="1295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pPr algn="ctr"/>
            <a:r>
              <a:rPr lang="en-US" sz="2800" b="1" dirty="0">
                <a:latin typeface="Times New Roman" pitchFamily="18" charset="0"/>
                <a:cs typeface="Times New Roman" pitchFamily="18" charset="0"/>
              </a:rPr>
              <a:t>Recommendations</a:t>
            </a:r>
            <a:endParaRPr lang="en-US" sz="2800" b="1" dirty="0"/>
          </a:p>
        </p:txBody>
      </p:sp>
      <p:sp>
        <p:nvSpPr>
          <p:cNvPr id="7" name="Content Placeholder 6"/>
          <p:cNvSpPr>
            <a:spLocks noGrp="1"/>
          </p:cNvSpPr>
          <p:nvPr>
            <p:ph idx="1"/>
          </p:nvPr>
        </p:nvSpPr>
        <p:spPr>
          <a:xfrm>
            <a:off x="628650" y="1828800"/>
            <a:ext cx="7886700" cy="4351338"/>
          </a:xfrm>
        </p:spPr>
        <p:txBody>
          <a:bodyPr/>
          <a:lstStyle/>
          <a:p>
            <a:pPr>
              <a:buNone/>
            </a:pPr>
            <a:endParaRPr lang="en-US" sz="2800" dirty="0">
              <a:latin typeface="Times New Roman" pitchFamily="18" charset="0"/>
              <a:cs typeface="Times New Roman" pitchFamily="18" charset="0"/>
            </a:endParaRPr>
          </a:p>
          <a:p>
            <a:endParaRPr lang="en-US" dirty="0"/>
          </a:p>
        </p:txBody>
      </p:sp>
      <p:sp>
        <p:nvSpPr>
          <p:cNvPr id="3" name="TextBox 2">
            <a:extLst>
              <a:ext uri="{FF2B5EF4-FFF2-40B4-BE49-F238E27FC236}">
                <a16:creationId xmlns:a16="http://schemas.microsoft.com/office/drawing/2014/main" id="{4E7CBE69-086B-708F-9D09-D11565BD0E2F}"/>
              </a:ext>
            </a:extLst>
          </p:cNvPr>
          <p:cNvSpPr txBox="1"/>
          <p:nvPr/>
        </p:nvSpPr>
        <p:spPr>
          <a:xfrm>
            <a:off x="838200" y="1703389"/>
            <a:ext cx="7467600" cy="3300071"/>
          </a:xfrm>
          <a:prstGeom prst="rect">
            <a:avLst/>
          </a:prstGeom>
          <a:noFill/>
        </p:spPr>
        <p:txBody>
          <a:bodyPr wrap="square">
            <a:spAutoFit/>
          </a:bodyPr>
          <a:lstStyle/>
          <a:p>
            <a:pPr marL="342900" marR="0" lvl="0" indent="-342900" rtl="0" fontAlgn="base">
              <a:lnSpc>
                <a:spcPct val="150000"/>
              </a:lnSpc>
              <a:spcBef>
                <a:spcPts val="0"/>
              </a:spcBef>
              <a:spcAft>
                <a:spcPts val="0"/>
              </a:spcAft>
              <a:buFont typeface="Wingdings" panose="05000000000000000000" pitchFamily="2" charset="2"/>
              <a:buChar char=""/>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Recommendation for Al-Quds University and  </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Ooredoo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Company:</a:t>
            </a:r>
            <a:endParaRPr lang="en-US" sz="1800" dirty="0">
              <a:effectLst/>
              <a:latin typeface="Times New Roman" panose="02020603050405020304" pitchFamily="18" charset="0"/>
              <a:ea typeface="Times New Roman" panose="02020603050405020304" pitchFamily="18" charset="0"/>
            </a:endParaRPr>
          </a:p>
          <a:p>
            <a:pPr marL="400050" marR="0" algn="l" rtl="0">
              <a:lnSpc>
                <a:spcPct val="150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Arial" panose="020B0604020202020204" pitchFamily="34" charset="0"/>
              </a:rPr>
              <a:t>I hope that there will be more cooperation between the university and the company so that the two parties’ benefit.</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228600" marR="0" algn="l" rtl="0" fontAlgn="base">
              <a:lnSpc>
                <a:spcPct val="150000"/>
              </a:lnSpc>
              <a:spcBef>
                <a:spcPts val="0"/>
              </a:spcBef>
              <a:spcAft>
                <a:spcPts val="0"/>
              </a:spcAft>
            </a:pPr>
            <a:r>
              <a:rPr lang="ar-SA" sz="20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fontAlgn="base">
              <a:lnSpc>
                <a:spcPct val="150000"/>
              </a:lnSpc>
              <a:spcBef>
                <a:spcPts val="0"/>
              </a:spcBef>
              <a:spcAft>
                <a:spcPts val="750"/>
              </a:spcAft>
              <a:buFont typeface="Wingdings" panose="05000000000000000000" pitchFamily="2" charset="2"/>
              <a:buChar char=""/>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Recommendation for my self</a:t>
            </a:r>
            <a:r>
              <a:rPr lang="ar-SA" sz="20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dirty="0">
              <a:effectLst/>
              <a:latin typeface="Times New Roman" panose="02020603050405020304" pitchFamily="18" charset="0"/>
              <a:ea typeface="Times New Roman" panose="02020603050405020304" pitchFamily="18" charset="0"/>
            </a:endParaRPr>
          </a:p>
          <a:p>
            <a:pPr marL="400050" marR="0" algn="l" rtl="0" fontAlgn="base">
              <a:lnSpc>
                <a:spcPct val="150000"/>
              </a:lnSpc>
              <a:spcBef>
                <a:spcPts val="0"/>
              </a:spcBef>
              <a:spcAft>
                <a:spcPts val="750"/>
              </a:spcAft>
            </a:pPr>
            <a:r>
              <a:rPr lang="en-US" sz="1800" dirty="0">
                <a:effectLst/>
                <a:latin typeface="Times New Roman" panose="02020603050405020304" pitchFamily="18" charset="0"/>
                <a:ea typeface="Times New Roman" panose="02020603050405020304" pitchFamily="18" charset="0"/>
                <a:cs typeface="Arial" panose="020B0604020202020204" pitchFamily="34" charset="0"/>
              </a:rPr>
              <a:t>Continue to strive for excellence in my specialty until I become better than previous time, and always strive to achieve the best.</a:t>
            </a:r>
            <a:endParaRPr lang="en-US" sz="16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499351415"/>
      </p:ext>
    </p:extLst>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3375" y="304800"/>
            <a:ext cx="7886700" cy="1325563"/>
          </a:xfrm>
        </p:spPr>
        <p:txBody>
          <a:bodyPr/>
          <a:lstStyle/>
          <a:p>
            <a:pPr algn="ctr"/>
            <a:r>
              <a:rPr lang="en-US" sz="3200" b="1" dirty="0">
                <a:latin typeface="Times New Roman" pitchFamily="18" charset="0"/>
                <a:cs typeface="Times New Roman" pitchFamily="18" charset="0"/>
              </a:rPr>
              <a:t>Conclusion</a:t>
            </a:r>
            <a:r>
              <a:rPr lang="en-US" b="1" dirty="0"/>
              <a:t> </a:t>
            </a:r>
          </a:p>
        </p:txBody>
      </p:sp>
      <p:sp>
        <p:nvSpPr>
          <p:cNvPr id="3" name="Content Placeholder 2"/>
          <p:cNvSpPr>
            <a:spLocks noGrp="1"/>
          </p:cNvSpPr>
          <p:nvPr>
            <p:ph idx="1"/>
          </p:nvPr>
        </p:nvSpPr>
        <p:spPr>
          <a:xfrm>
            <a:off x="390525" y="1752600"/>
            <a:ext cx="8362950" cy="3811588"/>
          </a:xfrm>
        </p:spPr>
        <p:txBody>
          <a:bodyPr/>
          <a:lstStyle/>
          <a:p>
            <a:pPr marL="0" indent="0">
              <a:buNone/>
            </a:pPr>
            <a:r>
              <a:rPr lang="en-US" dirty="0"/>
              <a:t>In summary, my time at Ooredoo has been incredibly valuable. I've learned a lot about the development ,databases,  and how things work in a real company. Working on actual projects and getting guidance from experienced professionals has improved my skills and knowledge. I'm thankful for this opportunity, which has given me both practical experience and a better understanding of how businesses like Ooredoo operate. As I move on, I feel well-prepared to make meaningful contributions in the field of development and database .</a:t>
            </a:r>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C3862298-AF85-4572-BED3-52E573EBD4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1C897582-CB19-41B5-9426-8BD7BD0082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103329" cy="4631426"/>
          </a:xfrm>
          <a:custGeom>
            <a:avLst/>
            <a:gdLst>
              <a:gd name="connsiteX0" fmla="*/ 0 w 5471106"/>
              <a:gd name="connsiteY0" fmla="*/ 3301451 h 4631426"/>
              <a:gd name="connsiteX1" fmla="*/ 125703 w 5471106"/>
              <a:gd name="connsiteY1" fmla="*/ 3469551 h 4631426"/>
              <a:gd name="connsiteX2" fmla="*/ 584138 w 5471106"/>
              <a:gd name="connsiteY2" fmla="*/ 3917166 h 4631426"/>
              <a:gd name="connsiteX3" fmla="*/ 716463 w 5471106"/>
              <a:gd name="connsiteY3" fmla="*/ 4010064 h 4631426"/>
              <a:gd name="connsiteX4" fmla="*/ 705202 w 5471106"/>
              <a:gd name="connsiteY4" fmla="*/ 4016176 h 4631426"/>
              <a:gd name="connsiteX5" fmla="*/ 671370 w 5471106"/>
              <a:gd name="connsiteY5" fmla="*/ 4044091 h 4631426"/>
              <a:gd name="connsiteX6" fmla="*/ 656526 w 5471106"/>
              <a:gd name="connsiteY6" fmla="*/ 4066106 h 4631426"/>
              <a:gd name="connsiteX7" fmla="*/ 534490 w 5471106"/>
              <a:gd name="connsiteY7" fmla="*/ 3980431 h 4631426"/>
              <a:gd name="connsiteX8" fmla="*/ 63650 w 5471106"/>
              <a:gd name="connsiteY8" fmla="*/ 3520703 h 4631426"/>
              <a:gd name="connsiteX9" fmla="*/ 0 w 5471106"/>
              <a:gd name="connsiteY9" fmla="*/ 3435586 h 4631426"/>
              <a:gd name="connsiteX10" fmla="*/ 4933182 w 5471106"/>
              <a:gd name="connsiteY10" fmla="*/ 0 h 4631426"/>
              <a:gd name="connsiteX11" fmla="*/ 5027180 w 5471106"/>
              <a:gd name="connsiteY11" fmla="*/ 0 h 4631426"/>
              <a:gd name="connsiteX12" fmla="*/ 5102720 w 5471106"/>
              <a:gd name="connsiteY12" fmla="*/ 124342 h 4631426"/>
              <a:gd name="connsiteX13" fmla="*/ 5471106 w 5471106"/>
              <a:gd name="connsiteY13" fmla="*/ 1579210 h 4631426"/>
              <a:gd name="connsiteX14" fmla="*/ 2418889 w 5471106"/>
              <a:gd name="connsiteY14" fmla="*/ 4631426 h 4631426"/>
              <a:gd name="connsiteX15" fmla="*/ 1095627 w 5471106"/>
              <a:gd name="connsiteY15" fmla="*/ 4330445 h 4631426"/>
              <a:gd name="connsiteX16" fmla="*/ 1039194 w 5471106"/>
              <a:gd name="connsiteY16" fmla="*/ 4301325 h 4631426"/>
              <a:gd name="connsiteX17" fmla="*/ 1043650 w 5471106"/>
              <a:gd name="connsiteY17" fmla="*/ 4294717 h 4631426"/>
              <a:gd name="connsiteX18" fmla="*/ 1056970 w 5471106"/>
              <a:gd name="connsiteY18" fmla="*/ 4251806 h 4631426"/>
              <a:gd name="connsiteX19" fmla="*/ 1060016 w 5471106"/>
              <a:gd name="connsiteY19" fmla="*/ 4221593 h 4631426"/>
              <a:gd name="connsiteX20" fmla="*/ 1130491 w 5471106"/>
              <a:gd name="connsiteY20" fmla="*/ 4257958 h 4631426"/>
              <a:gd name="connsiteX21" fmla="*/ 2418889 w 5471106"/>
              <a:gd name="connsiteY21" fmla="*/ 4551009 h 4631426"/>
              <a:gd name="connsiteX22" fmla="*/ 5390689 w 5471106"/>
              <a:gd name="connsiteY22" fmla="*/ 1579210 h 4631426"/>
              <a:gd name="connsiteX23" fmla="*/ 5032009 w 5471106"/>
              <a:gd name="connsiteY23" fmla="*/ 162673 h 463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471106" h="4631426">
                <a:moveTo>
                  <a:pt x="0" y="3301451"/>
                </a:moveTo>
                <a:lnTo>
                  <a:pt x="125703" y="3469551"/>
                </a:lnTo>
                <a:cubicBezTo>
                  <a:pt x="261971" y="3634670"/>
                  <a:pt x="415728" y="3784820"/>
                  <a:pt x="584138" y="3917166"/>
                </a:cubicBezTo>
                <a:lnTo>
                  <a:pt x="716463" y="4010064"/>
                </a:lnTo>
                <a:lnTo>
                  <a:pt x="705202" y="4016176"/>
                </a:lnTo>
                <a:cubicBezTo>
                  <a:pt x="693040" y="4024393"/>
                  <a:pt x="681712" y="4033748"/>
                  <a:pt x="671370" y="4044091"/>
                </a:cubicBezTo>
                <a:lnTo>
                  <a:pt x="656526" y="4066106"/>
                </a:lnTo>
                <a:lnTo>
                  <a:pt x="534490" y="3980431"/>
                </a:lnTo>
                <a:cubicBezTo>
                  <a:pt x="361523" y="3844503"/>
                  <a:pt x="203605" y="3690290"/>
                  <a:pt x="63650" y="3520703"/>
                </a:cubicBezTo>
                <a:lnTo>
                  <a:pt x="0" y="3435586"/>
                </a:lnTo>
                <a:close/>
                <a:moveTo>
                  <a:pt x="4933182" y="0"/>
                </a:moveTo>
                <a:lnTo>
                  <a:pt x="5027180" y="0"/>
                </a:lnTo>
                <a:lnTo>
                  <a:pt x="5102720" y="124342"/>
                </a:lnTo>
                <a:cubicBezTo>
                  <a:pt x="5337656" y="556821"/>
                  <a:pt x="5471106" y="1052431"/>
                  <a:pt x="5471106" y="1579210"/>
                </a:cubicBezTo>
                <a:cubicBezTo>
                  <a:pt x="5471106" y="3264903"/>
                  <a:pt x="4104582" y="4631426"/>
                  <a:pt x="2418889" y="4631426"/>
                </a:cubicBezTo>
                <a:cubicBezTo>
                  <a:pt x="1944788" y="4631426"/>
                  <a:pt x="1495934" y="4523332"/>
                  <a:pt x="1095627" y="4330445"/>
                </a:cubicBezTo>
                <a:lnTo>
                  <a:pt x="1039194" y="4301325"/>
                </a:lnTo>
                <a:lnTo>
                  <a:pt x="1043650" y="4294717"/>
                </a:lnTo>
                <a:cubicBezTo>
                  <a:pt x="1049433" y="4281042"/>
                  <a:pt x="1053925" y="4266687"/>
                  <a:pt x="1056970" y="4251806"/>
                </a:cubicBezTo>
                <a:lnTo>
                  <a:pt x="1060016" y="4221593"/>
                </a:lnTo>
                <a:lnTo>
                  <a:pt x="1130491" y="4257958"/>
                </a:lnTo>
                <a:cubicBezTo>
                  <a:pt x="1520251" y="4445763"/>
                  <a:pt x="1957279" y="4551009"/>
                  <a:pt x="2418889" y="4551009"/>
                </a:cubicBezTo>
                <a:cubicBezTo>
                  <a:pt x="4060169" y="4551009"/>
                  <a:pt x="5390689" y="3220490"/>
                  <a:pt x="5390689" y="1579210"/>
                </a:cubicBezTo>
                <a:cubicBezTo>
                  <a:pt x="5390689" y="1066310"/>
                  <a:pt x="5260755" y="583758"/>
                  <a:pt x="5032009" y="162673"/>
                </a:cubicBezTo>
                <a:close/>
              </a:path>
            </a:pathLst>
          </a:custGeom>
          <a:solidFill>
            <a:schemeClr val="tx1">
              <a:lumMod val="50000"/>
              <a:lumOff val="5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Oval 24">
            <a:extLst>
              <a:ext uri="{FF2B5EF4-FFF2-40B4-BE49-F238E27FC236}">
                <a16:creationId xmlns:a16="http://schemas.microsoft.com/office/drawing/2014/main" id="{0E7066FC-B004-4B5A-B02B-599B51EF32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34840" y="515619"/>
            <a:ext cx="274320" cy="365760"/>
          </a:xfrm>
          <a:prstGeom prst="ellipse">
            <a:avLst/>
          </a:prstGeom>
          <a:solidFill>
            <a:schemeClr val="accent6">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red text with black background&#10;&#10;Description automatically generated">
            <a:extLst>
              <a:ext uri="{FF2B5EF4-FFF2-40B4-BE49-F238E27FC236}">
                <a16:creationId xmlns:a16="http://schemas.microsoft.com/office/drawing/2014/main" id="{F27BE695-8086-E998-687C-009DF8612018}"/>
              </a:ext>
            </a:extLst>
          </p:cNvPr>
          <p:cNvPicPr>
            <a:picLocks noChangeAspect="1"/>
          </p:cNvPicPr>
          <p:nvPr/>
        </p:nvPicPr>
        <p:blipFill>
          <a:blip r:embed="rId2">
            <a:duotone>
              <a:prstClr val="black"/>
              <a:prstClr val="white"/>
            </a:duotone>
            <a:extLst>
              <a:ext uri="{28A0092B-C50C-407E-A947-70E740481C1C}">
                <a14:useLocalDpi xmlns:a14="http://schemas.microsoft.com/office/drawing/2010/main" val="0"/>
              </a:ext>
            </a:extLst>
          </a:blip>
          <a:stretch>
            <a:fillRect/>
          </a:stretch>
        </p:blipFill>
        <p:spPr>
          <a:xfrm>
            <a:off x="1275588" y="2252455"/>
            <a:ext cx="7139956" cy="2353092"/>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3069</TotalTime>
  <Words>601</Words>
  <Application>Microsoft Office PowerPoint</Application>
  <PresentationFormat>On-screen Show (4:3)</PresentationFormat>
  <Paragraphs>56</Paragraphs>
  <Slides>9</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Calibri Light</vt:lpstr>
      <vt:lpstr>Rubic</vt:lpstr>
      <vt:lpstr>Times New Roman</vt:lpstr>
      <vt:lpstr>Wingdings</vt:lpstr>
      <vt:lpstr>Office Theme</vt:lpstr>
      <vt:lpstr>Dual Studies at Al-Quds-University ( DSIT )     Practice Period (2)   20.6.2023 - 7.9.2023 Academic Year 2023/2024, Summer  Student Name: Mohammad Almasri Company Name: Ooredoo Company  </vt:lpstr>
      <vt:lpstr>Outline </vt:lpstr>
      <vt:lpstr> Background about the Company   </vt:lpstr>
      <vt:lpstr> Activities Performed in the Practical Period  </vt:lpstr>
      <vt:lpstr>Challenges </vt:lpstr>
      <vt:lpstr>Lessons learned</vt:lpstr>
      <vt:lpstr>Recommendations</vt:lpstr>
      <vt:lpstr>Conclusion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Palestinian-German College</dc:title>
  <dc:creator>admin</dc:creator>
  <cp:lastModifiedBy>Mohammad Almasri</cp:lastModifiedBy>
  <cp:revision>372</cp:revision>
  <cp:lastPrinted>2016-05-09T09:17:30Z</cp:lastPrinted>
  <dcterms:created xsi:type="dcterms:W3CDTF">2014-10-14T07:40:06Z</dcterms:created>
  <dcterms:modified xsi:type="dcterms:W3CDTF">2023-08-23T13:24:03Z</dcterms:modified>
</cp:coreProperties>
</file>